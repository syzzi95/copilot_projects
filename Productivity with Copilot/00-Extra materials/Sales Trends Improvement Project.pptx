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9" r:id="rId1"/>
  </p:sldMasterIdLst>
  <p:notesMasterIdLst>
    <p:notesMasterId r:id="rId15"/>
  </p:notesMasterIdLst>
  <p:sldIdLst>
    <p:sldId id="820" r:id="rId2"/>
    <p:sldId id="838" r:id="rId3"/>
    <p:sldId id="842" r:id="rId4"/>
    <p:sldId id="949" r:id="rId5"/>
    <p:sldId id="1030" r:id="rId6"/>
    <p:sldId id="999" r:id="rId7"/>
    <p:sldId id="944" r:id="rId8"/>
    <p:sldId id="846" r:id="rId9"/>
    <p:sldId id="837" r:id="rId10"/>
    <p:sldId id="845" r:id="rId11"/>
    <p:sldId id="847" r:id="rId12"/>
    <p:sldId id="954" r:id="rId13"/>
    <p:sldId id="843" r:id="rId14"/>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100FF"/>
    <a:srgbClr val="7500C0"/>
    <a:srgbClr val="460073"/>
    <a:srgbClr val="450073"/>
    <a:srgbClr val="FFFFFF"/>
    <a:srgbClr val="000000"/>
    <a:srgbClr val="AE29FF"/>
    <a:srgbClr val="05F2DB"/>
    <a:srgbClr val="224BFF"/>
    <a:srgbClr val="0611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1822" autoAdjust="0"/>
  </p:normalViewPr>
  <p:slideViewPr>
    <p:cSldViewPr snapToGrid="0">
      <p:cViewPr varScale="1">
        <p:scale>
          <a:sx n="107" d="100"/>
          <a:sy n="107" d="100"/>
        </p:scale>
        <p:origin x="96" y="3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Running Shoes units sold, three-month trend</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AR"/>
        </a:p>
      </c:txPr>
    </c:title>
    <c:autoTitleDeleted val="0"/>
    <c:plotArea>
      <c:layout/>
      <c:barChart>
        <c:barDir val="col"/>
        <c:grouping val="clustered"/>
        <c:varyColors val="0"/>
        <c:ser>
          <c:idx val="0"/>
          <c:order val="0"/>
          <c:tx>
            <c:strRef>
              <c:f>Hoja1!$B$1</c:f>
              <c:strCache>
                <c:ptCount val="1"/>
                <c:pt idx="0">
                  <c:v>Northeast</c:v>
                </c:pt>
              </c:strCache>
            </c:strRef>
          </c:tx>
          <c:spPr>
            <a:solidFill>
              <a:schemeClr val="accent1"/>
            </a:solidFill>
            <a:ln>
              <a:noFill/>
            </a:ln>
            <a:effectLst/>
          </c:spPr>
          <c:invertIfNegative val="0"/>
          <c:cat>
            <c:strRef>
              <c:f>Hoja1!$A$2:$A$4</c:f>
              <c:strCache>
                <c:ptCount val="3"/>
                <c:pt idx="0">
                  <c:v>Nov 2024</c:v>
                </c:pt>
                <c:pt idx="1">
                  <c:v>Dec 2024</c:v>
                </c:pt>
                <c:pt idx="2">
                  <c:v>Jan 2025</c:v>
                </c:pt>
              </c:strCache>
            </c:strRef>
          </c:cat>
          <c:val>
            <c:numRef>
              <c:f>Hoja1!$B$2:$B$4</c:f>
              <c:numCache>
                <c:formatCode>General</c:formatCode>
                <c:ptCount val="3"/>
                <c:pt idx="0">
                  <c:v>4200</c:v>
                </c:pt>
                <c:pt idx="1">
                  <c:v>3750</c:v>
                </c:pt>
                <c:pt idx="2">
                  <c:v>3180</c:v>
                </c:pt>
              </c:numCache>
            </c:numRef>
          </c:val>
          <c:extLst>
            <c:ext xmlns:c16="http://schemas.microsoft.com/office/drawing/2014/chart" uri="{C3380CC4-5D6E-409C-BE32-E72D297353CC}">
              <c16:uniqueId val="{00000000-A7E0-714A-93F2-79288273BB68}"/>
            </c:ext>
          </c:extLst>
        </c:ser>
        <c:ser>
          <c:idx val="1"/>
          <c:order val="1"/>
          <c:tx>
            <c:strRef>
              <c:f>Hoja1!$C$1</c:f>
              <c:strCache>
                <c:ptCount val="1"/>
                <c:pt idx="0">
                  <c:v>Midwest</c:v>
                </c:pt>
              </c:strCache>
            </c:strRef>
          </c:tx>
          <c:spPr>
            <a:solidFill>
              <a:schemeClr val="accent2"/>
            </a:solidFill>
            <a:ln>
              <a:noFill/>
            </a:ln>
            <a:effectLst/>
          </c:spPr>
          <c:invertIfNegative val="0"/>
          <c:cat>
            <c:strRef>
              <c:f>Hoja1!$A$2:$A$4</c:f>
              <c:strCache>
                <c:ptCount val="3"/>
                <c:pt idx="0">
                  <c:v>Nov 2024</c:v>
                </c:pt>
                <c:pt idx="1">
                  <c:v>Dec 2024</c:v>
                </c:pt>
                <c:pt idx="2">
                  <c:v>Jan 2025</c:v>
                </c:pt>
              </c:strCache>
            </c:strRef>
          </c:cat>
          <c:val>
            <c:numRef>
              <c:f>Hoja1!$C$2:$C$4</c:f>
              <c:numCache>
                <c:formatCode>General</c:formatCode>
                <c:ptCount val="3"/>
                <c:pt idx="0">
                  <c:v>3900</c:v>
                </c:pt>
                <c:pt idx="1">
                  <c:v>3400</c:v>
                </c:pt>
                <c:pt idx="2">
                  <c:v>2870</c:v>
                </c:pt>
              </c:numCache>
            </c:numRef>
          </c:val>
          <c:extLst>
            <c:ext xmlns:c16="http://schemas.microsoft.com/office/drawing/2014/chart" uri="{C3380CC4-5D6E-409C-BE32-E72D297353CC}">
              <c16:uniqueId val="{00000001-A7E0-714A-93F2-79288273BB68}"/>
            </c:ext>
          </c:extLst>
        </c:ser>
        <c:dLbls>
          <c:showLegendKey val="0"/>
          <c:showVal val="0"/>
          <c:showCatName val="0"/>
          <c:showSerName val="0"/>
          <c:showPercent val="0"/>
          <c:showBubbleSize val="0"/>
        </c:dLbls>
        <c:gapWidth val="150"/>
        <c:overlap val="-27"/>
        <c:axId val="418073967"/>
        <c:axId val="417359663"/>
      </c:barChart>
      <c:catAx>
        <c:axId val="4180739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s-AR"/>
          </a:p>
        </c:txPr>
        <c:crossAx val="417359663"/>
        <c:crosses val="autoZero"/>
        <c:auto val="1"/>
        <c:lblAlgn val="ctr"/>
        <c:lblOffset val="100"/>
        <c:noMultiLvlLbl val="0"/>
      </c:catAx>
      <c:valAx>
        <c:axId val="4173596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s-AR"/>
          </a:p>
        </c:txPr>
        <c:crossAx val="418073967"/>
        <c:crosses val="autoZero"/>
        <c:crossBetween val="between"/>
      </c:valAx>
      <c:spPr>
        <a:noFill/>
        <a:ln>
          <a:noFill/>
        </a:ln>
        <a:effectLst/>
      </c:spPr>
    </c:plotArea>
    <c:legend>
      <c:legendPos val="b"/>
      <c:layout>
        <c:manualLayout>
          <c:xMode val="edge"/>
          <c:yMode val="edge"/>
          <c:x val="0.19227851690952422"/>
          <c:y val="0.90510735660450603"/>
          <c:w val="0.60624732253295921"/>
          <c:h val="9.2529205934056197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s-A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A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Running Shoes gross revenue, three-month trend (USD thousands)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AR"/>
        </a:p>
      </c:txPr>
    </c:title>
    <c:autoTitleDeleted val="0"/>
    <c:plotArea>
      <c:layout/>
      <c:barChart>
        <c:barDir val="col"/>
        <c:grouping val="clustered"/>
        <c:varyColors val="0"/>
        <c:ser>
          <c:idx val="0"/>
          <c:order val="0"/>
          <c:tx>
            <c:strRef>
              <c:f>Sheet1!$B$1</c:f>
              <c:strCache>
                <c:ptCount val="1"/>
                <c:pt idx="0">
                  <c:v>Northeast</c:v>
                </c:pt>
              </c:strCache>
            </c:strRef>
          </c:tx>
          <c:spPr>
            <a:solidFill>
              <a:schemeClr val="accent1"/>
            </a:solidFill>
            <a:ln>
              <a:noFill/>
            </a:ln>
            <a:effectLst/>
          </c:spPr>
          <c:invertIfNegative val="0"/>
          <c:cat>
            <c:strRef>
              <c:f>Sheet1!$A$2:$A$4</c:f>
              <c:strCache>
                <c:ptCount val="3"/>
                <c:pt idx="0">
                  <c:v>Nov 2024</c:v>
                </c:pt>
                <c:pt idx="1">
                  <c:v>Dec 2024</c:v>
                </c:pt>
                <c:pt idx="2">
                  <c:v>Jan 2025</c:v>
                </c:pt>
              </c:strCache>
            </c:strRef>
          </c:cat>
          <c:val>
            <c:numRef>
              <c:f>Sheet1!$B$2:$B$4</c:f>
              <c:numCache>
                <c:formatCode>General</c:formatCode>
                <c:ptCount val="3"/>
                <c:pt idx="0">
                  <c:v>520</c:v>
                </c:pt>
                <c:pt idx="1">
                  <c:v>461</c:v>
                </c:pt>
                <c:pt idx="2">
                  <c:v>389</c:v>
                </c:pt>
              </c:numCache>
            </c:numRef>
          </c:val>
          <c:extLst>
            <c:ext xmlns:c16="http://schemas.microsoft.com/office/drawing/2014/chart" uri="{C3380CC4-5D6E-409C-BE32-E72D297353CC}">
              <c16:uniqueId val="{00000000-FD01-BA43-880C-1DA566DC0572}"/>
            </c:ext>
          </c:extLst>
        </c:ser>
        <c:ser>
          <c:idx val="1"/>
          <c:order val="1"/>
          <c:tx>
            <c:strRef>
              <c:f>Sheet1!$C$1</c:f>
              <c:strCache>
                <c:ptCount val="1"/>
                <c:pt idx="0">
                  <c:v>Midwest</c:v>
                </c:pt>
              </c:strCache>
            </c:strRef>
          </c:tx>
          <c:spPr>
            <a:solidFill>
              <a:schemeClr val="accent2"/>
            </a:solidFill>
            <a:ln>
              <a:noFill/>
            </a:ln>
            <a:effectLst/>
          </c:spPr>
          <c:invertIfNegative val="0"/>
          <c:cat>
            <c:strRef>
              <c:f>Sheet1!$A$2:$A$4</c:f>
              <c:strCache>
                <c:ptCount val="3"/>
                <c:pt idx="0">
                  <c:v>Nov 2024</c:v>
                </c:pt>
                <c:pt idx="1">
                  <c:v>Dec 2024</c:v>
                </c:pt>
                <c:pt idx="2">
                  <c:v>Jan 2025</c:v>
                </c:pt>
              </c:strCache>
            </c:strRef>
          </c:cat>
          <c:val>
            <c:numRef>
              <c:f>Sheet1!$C$2:$C$4</c:f>
              <c:numCache>
                <c:formatCode>General</c:formatCode>
                <c:ptCount val="3"/>
                <c:pt idx="0">
                  <c:v>484</c:v>
                </c:pt>
                <c:pt idx="1">
                  <c:v>418</c:v>
                </c:pt>
                <c:pt idx="2">
                  <c:v>351</c:v>
                </c:pt>
              </c:numCache>
            </c:numRef>
          </c:val>
          <c:extLst>
            <c:ext xmlns:c16="http://schemas.microsoft.com/office/drawing/2014/chart" uri="{C3380CC4-5D6E-409C-BE32-E72D297353CC}">
              <c16:uniqueId val="{00000001-FD01-BA43-880C-1DA566DC0572}"/>
            </c:ext>
          </c:extLst>
        </c:ser>
        <c:dLbls>
          <c:showLegendKey val="0"/>
          <c:showVal val="0"/>
          <c:showCatName val="0"/>
          <c:showSerName val="0"/>
          <c:showPercent val="0"/>
          <c:showBubbleSize val="0"/>
        </c:dLbls>
        <c:gapWidth val="219"/>
        <c:overlap val="-27"/>
        <c:axId val="458966400"/>
        <c:axId val="459168416"/>
      </c:barChart>
      <c:catAx>
        <c:axId val="458966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AR"/>
          </a:p>
        </c:txPr>
        <c:crossAx val="459168416"/>
        <c:crosses val="autoZero"/>
        <c:auto val="1"/>
        <c:lblAlgn val="ctr"/>
        <c:lblOffset val="100"/>
        <c:noMultiLvlLbl val="0"/>
      </c:catAx>
      <c:valAx>
        <c:axId val="4591684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AR"/>
          </a:p>
        </c:txPr>
        <c:crossAx val="4589664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A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A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a:solidFill>
                  <a:schemeClr val="tx2"/>
                </a:solidFill>
                <a:latin typeface="+mn-lt"/>
              </a:defRPr>
            </a:pPr>
            <a:r>
              <a:rPr lang="en-US" sz="1600" b="1"/>
              <a:t>Running Shoes revenue index by region (Nov 2024 = 100)</a:t>
            </a:r>
          </a:p>
        </c:rich>
      </c:tx>
      <c:overlay val="0"/>
      <c:spPr>
        <a:noFill/>
        <a:ln>
          <a:noFill/>
        </a:ln>
      </c:spPr>
    </c:title>
    <c:autoTitleDeleted val="0"/>
    <c:plotArea>
      <c:layout/>
      <c:lineChart>
        <c:grouping val="standard"/>
        <c:varyColors val="0"/>
        <c:ser>
          <c:idx val="0"/>
          <c:order val="0"/>
          <c:tx>
            <c:strRef>
              <c:f>Sheet1!$A$2</c:f>
              <c:strCache>
                <c:ptCount val="1"/>
                <c:pt idx="0">
                  <c:v>Northeast</c:v>
                </c:pt>
              </c:strCache>
            </c:strRef>
          </c:tx>
          <c:spPr>
            <a:ln w="57150">
              <a:solidFill>
                <a:schemeClr val="bg2"/>
              </a:solidFill>
              <a:prstDash val="solid"/>
            </a:ln>
          </c:spPr>
          <c:marker>
            <c:symbol val="none"/>
          </c:marker>
          <c:cat>
            <c:strRef>
              <c:f>Sheet1!$B$1:$D$1</c:f>
              <c:strCache>
                <c:ptCount val="3"/>
                <c:pt idx="0">
                  <c:v>Nov 2024</c:v>
                </c:pt>
                <c:pt idx="1">
                  <c:v>Dec 2024</c:v>
                </c:pt>
                <c:pt idx="2">
                  <c:v>Jan 2025</c:v>
                </c:pt>
              </c:strCache>
            </c:strRef>
          </c:cat>
          <c:val>
            <c:numRef>
              <c:f>Sheet1!$B$2:$D$2</c:f>
              <c:numCache>
                <c:formatCode>General</c:formatCode>
                <c:ptCount val="3"/>
                <c:pt idx="0">
                  <c:v>100</c:v>
                </c:pt>
                <c:pt idx="1">
                  <c:v>88.7</c:v>
                </c:pt>
                <c:pt idx="2">
                  <c:v>74.8</c:v>
                </c:pt>
              </c:numCache>
            </c:numRef>
          </c:val>
          <c:smooth val="0"/>
          <c:extLst>
            <c:ext xmlns:c16="http://schemas.microsoft.com/office/drawing/2014/chart" uri="{C3380CC4-5D6E-409C-BE32-E72D297353CC}">
              <c16:uniqueId val="{00000000-9942-9444-B7F6-BF8695B2E60F}"/>
            </c:ext>
          </c:extLst>
        </c:ser>
        <c:ser>
          <c:idx val="1"/>
          <c:order val="1"/>
          <c:tx>
            <c:strRef>
              <c:f>Sheet1!$A$3</c:f>
              <c:strCache>
                <c:ptCount val="1"/>
                <c:pt idx="0">
                  <c:v>Midwest</c:v>
                </c:pt>
              </c:strCache>
            </c:strRef>
          </c:tx>
          <c:spPr>
            <a:ln w="28575">
              <a:solidFill>
                <a:schemeClr val="tx1">
                  <a:lumMod val="65000"/>
                  <a:lumOff val="35000"/>
                </a:schemeClr>
              </a:solidFill>
              <a:prstDash val="solid"/>
            </a:ln>
          </c:spPr>
          <c:marker>
            <c:symbol val="none"/>
          </c:marker>
          <c:cat>
            <c:strRef>
              <c:f>Sheet1!$B$1:$D$1</c:f>
              <c:strCache>
                <c:ptCount val="3"/>
                <c:pt idx="0">
                  <c:v>Nov 2024</c:v>
                </c:pt>
                <c:pt idx="1">
                  <c:v>Dec 2024</c:v>
                </c:pt>
                <c:pt idx="2">
                  <c:v>Jan 2025</c:v>
                </c:pt>
              </c:strCache>
            </c:strRef>
          </c:cat>
          <c:val>
            <c:numRef>
              <c:f>Sheet1!$B$3:$D$3</c:f>
              <c:numCache>
                <c:formatCode>General</c:formatCode>
                <c:ptCount val="3"/>
                <c:pt idx="0">
                  <c:v>100</c:v>
                </c:pt>
                <c:pt idx="1">
                  <c:v>86.4</c:v>
                </c:pt>
                <c:pt idx="2">
                  <c:v>72.5</c:v>
                </c:pt>
              </c:numCache>
            </c:numRef>
          </c:val>
          <c:smooth val="0"/>
          <c:extLst>
            <c:ext xmlns:c16="http://schemas.microsoft.com/office/drawing/2014/chart" uri="{C3380CC4-5D6E-409C-BE32-E72D297353CC}">
              <c16:uniqueId val="{00000001-9942-9444-B7F6-BF8695B2E60F}"/>
            </c:ext>
          </c:extLst>
        </c:ser>
        <c:ser>
          <c:idx val="2"/>
          <c:order val="2"/>
          <c:tx>
            <c:strRef>
              <c:f>Sheet1!$A$4</c:f>
              <c:strCache>
                <c:ptCount val="1"/>
                <c:pt idx="0">
                  <c:v>All other regions</c:v>
                </c:pt>
              </c:strCache>
            </c:strRef>
          </c:tx>
          <c:spPr>
            <a:ln w="22225">
              <a:solidFill>
                <a:srgbClr val="818180"/>
              </a:solidFill>
              <a:prstDash val="dash"/>
            </a:ln>
          </c:spPr>
          <c:marker>
            <c:symbol val="none"/>
          </c:marker>
          <c:cat>
            <c:strRef>
              <c:f>Sheet1!$B$1:$D$1</c:f>
              <c:strCache>
                <c:ptCount val="3"/>
                <c:pt idx="0">
                  <c:v>Nov 2024</c:v>
                </c:pt>
                <c:pt idx="1">
                  <c:v>Dec 2024</c:v>
                </c:pt>
                <c:pt idx="2">
                  <c:v>Jan 2025</c:v>
                </c:pt>
              </c:strCache>
            </c:strRef>
          </c:cat>
          <c:val>
            <c:numRef>
              <c:f>Sheet1!$B$4:$D$4</c:f>
              <c:numCache>
                <c:formatCode>General</c:formatCode>
                <c:ptCount val="3"/>
                <c:pt idx="0">
                  <c:v>100</c:v>
                </c:pt>
                <c:pt idx="1">
                  <c:v>97.5</c:v>
                </c:pt>
                <c:pt idx="2">
                  <c:v>96.1</c:v>
                </c:pt>
              </c:numCache>
            </c:numRef>
          </c:val>
          <c:smooth val="0"/>
          <c:extLst>
            <c:ext xmlns:c16="http://schemas.microsoft.com/office/drawing/2014/chart" uri="{C3380CC4-5D6E-409C-BE32-E72D297353CC}">
              <c16:uniqueId val="{00000002-9942-9444-B7F6-BF8695B2E60F}"/>
            </c:ext>
          </c:extLst>
        </c:ser>
        <c:dLbls>
          <c:showLegendKey val="0"/>
          <c:showVal val="0"/>
          <c:showCatName val="0"/>
          <c:showSerName val="0"/>
          <c:showPercent val="0"/>
          <c:showBubbleSize val="0"/>
        </c:dLbls>
        <c:smooth val="0"/>
        <c:axId val="549478920"/>
        <c:axId val="549479312"/>
      </c:lineChart>
      <c:catAx>
        <c:axId val="549478920"/>
        <c:scaling>
          <c:orientation val="minMax"/>
        </c:scaling>
        <c:delete val="0"/>
        <c:axPos val="b"/>
        <c:numFmt formatCode="General" sourceLinked="1"/>
        <c:majorTickMark val="none"/>
        <c:minorTickMark val="none"/>
        <c:tickLblPos val="nextTo"/>
        <c:spPr>
          <a:ln w="12700">
            <a:solidFill>
              <a:schemeClr val="tx1">
                <a:lumMod val="50000"/>
                <a:lumOff val="50000"/>
              </a:schemeClr>
            </a:solidFill>
          </a:ln>
        </c:spPr>
        <c:txPr>
          <a:bodyPr rot="0" vert="horz"/>
          <a:lstStyle/>
          <a:p>
            <a:pPr>
              <a:defRPr sz="1400">
                <a:solidFill>
                  <a:schemeClr val="tx1">
                    <a:lumMod val="50000"/>
                    <a:lumOff val="50000"/>
                  </a:schemeClr>
                </a:solidFill>
              </a:defRPr>
            </a:pPr>
            <a:endParaRPr lang="en-US"/>
          </a:p>
        </c:txPr>
        <c:crossAx val="549479312"/>
        <c:crosses val="autoZero"/>
        <c:auto val="1"/>
        <c:lblAlgn val="ctr"/>
        <c:lblOffset val="100"/>
        <c:tickLblSkip val="1"/>
        <c:tickMarkSkip val="1"/>
        <c:noMultiLvlLbl val="0"/>
      </c:catAx>
      <c:valAx>
        <c:axId val="549479312"/>
        <c:scaling>
          <c:orientation val="minMax"/>
          <c:max val="105"/>
          <c:min val="60"/>
        </c:scaling>
        <c:delete val="0"/>
        <c:axPos val="l"/>
        <c:numFmt formatCode="General" sourceLinked="1"/>
        <c:majorTickMark val="none"/>
        <c:minorTickMark val="none"/>
        <c:tickLblPos val="nextTo"/>
        <c:spPr>
          <a:ln w="12700">
            <a:noFill/>
          </a:ln>
        </c:spPr>
        <c:txPr>
          <a:bodyPr rot="0" vert="horz"/>
          <a:lstStyle/>
          <a:p>
            <a:pPr>
              <a:defRPr sz="1400">
                <a:solidFill>
                  <a:schemeClr val="tx1">
                    <a:lumMod val="50000"/>
                    <a:lumOff val="50000"/>
                  </a:schemeClr>
                </a:solidFill>
              </a:defRPr>
            </a:pPr>
            <a:endParaRPr lang="en-US"/>
          </a:p>
        </c:txPr>
        <c:crossAx val="549478920"/>
        <c:crosses val="autoZero"/>
        <c:crossBetween val="midCat"/>
        <c:majorUnit val="10"/>
      </c:valAx>
      <c:spPr>
        <a:ln>
          <a:noFill/>
        </a:ln>
      </c:spPr>
    </c:plotArea>
    <c:legend>
      <c:legendPos val="b"/>
      <c:overlay val="0"/>
      <c:txPr>
        <a:bodyPr/>
        <a:lstStyle/>
        <a:p>
          <a:pPr>
            <a:defRPr sz="1400">
              <a:solidFill>
                <a:schemeClr val="tx2"/>
              </a:solidFill>
              <a:latin typeface="+mn-lt"/>
            </a:defRPr>
          </a:pPr>
          <a:endParaRPr lang="en-US"/>
        </a:p>
      </c:txPr>
    </c:legend>
    <c:plotVisOnly val="1"/>
    <c:dispBlanksAs val="gap"/>
    <c:showDLblsOverMax val="0"/>
  </c:chart>
  <c:txPr>
    <a:bodyPr/>
    <a:lstStyle/>
    <a:p>
      <a:pPr>
        <a:defRPr sz="1400">
          <a:solidFill>
            <a:schemeClr val="tx2"/>
          </a:solidFill>
          <a:latin typeface="+mn-lt"/>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1684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4343400"/>
            <a:ext cx="5486400" cy="4114800"/>
          </a:xfrm>
          <a:prstGeom prst="rect">
            <a:avLst/>
          </a:prstGeom>
        </p:spPr>
        <p:txBody>
          <a:bodyPr wrap="square">
            <a:normAutofit/>
          </a:bodyPr>
          <a:lstStyle/>
          <a:p>
            <a:r>
              <a:rPr lang="en-US" dirty="0"/>
              <a:t>Welcome and frame the session: this is the Sales Trends Improvement review covering the January to February 2025 cycle.</a:t>
            </a:r>
          </a:p>
          <a:p>
            <a:r>
              <a:rPr lang="en-US" dirty="0"/>
              <a:t>Explain that we will walk through the supply chain challenges, what the data shows, the root causes, and the actions we are recommending.</a:t>
            </a:r>
          </a:p>
          <a:p>
            <a:r>
              <a:rPr lang="en-US" dirty="0"/>
              <a:t>Set expectation that we need four leadership decisions by the end of the discussion.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4343400"/>
            <a:ext cx="5486400" cy="4114800"/>
          </a:xfrm>
          <a:prstGeom prst="rect">
            <a:avLst/>
          </a:prstGeom>
        </p:spPr>
        <p:txBody>
          <a:bodyPr wrap="square">
            <a:normAutofit/>
          </a:bodyPr>
          <a:lstStyle/>
          <a:p>
            <a:r>
              <a:rPr lang="en-US" dirty="0"/>
              <a:t>Lead with the headline: Running Shoes units and gross revenue declined three months running in the Northeast and Midwest.</a:t>
            </a:r>
          </a:p>
          <a:p>
            <a:r>
              <a:rPr lang="en-US" dirty="0"/>
              <a:t>Call out the availability constraint - backorders plus a 12-day warehouse restocking delay tied to vendor inconsistency.</a:t>
            </a:r>
          </a:p>
          <a:p>
            <a:r>
              <a:rPr lang="en-US" dirty="0"/>
              <a:t>Stress that the root causes differ by region: foot traffic and returns in the Northeast, distribution lag in the Midwest.</a:t>
            </a:r>
          </a:p>
          <a:p>
            <a:r>
              <a:rPr lang="en-US" dirty="0"/>
              <a:t>Preview the response: dual sourcing, regional analysis, an Apparel campaign pilot, better Electronics promotion timing, and stronger governance.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4343400"/>
            <a:ext cx="5486400" cy="4114800"/>
          </a:xfrm>
          <a:prstGeom prst="rect">
            <a:avLst/>
          </a:prstGeom>
        </p:spPr>
        <p:txBody>
          <a:bodyPr wrap="square">
            <a:normAutofit/>
          </a:bodyPr>
          <a:lstStyle/>
          <a:p>
            <a:r>
              <a:rPr lang="en-US" dirty="0"/>
              <a:t>Anchor the team on what success looks like for this cycle rather than a general performance discussion.</a:t>
            </a:r>
          </a:p>
          <a:p>
            <a:r>
              <a:rPr lang="en-US" dirty="0"/>
              <a:t>Emphasise the two commercial objectives - Apparel visibility and Electronics promotional timing - sit alongside the supply fix.</a:t>
            </a:r>
          </a:p>
          <a:p>
            <a:r>
              <a:rPr lang="en-US" dirty="0"/>
              <a:t>Note that all revised assumptions must land in the next forecast, not in a side document.</a:t>
            </a:r>
          </a:p>
          <a:p>
            <a:r>
              <a:rPr lang="en-US" dirty="0"/>
              <a:t>Confirm biweekly reviews and consolidated executive reporting as the operating rhythm.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4343400"/>
            <a:ext cx="5486400" cy="4114800"/>
          </a:xfrm>
          <a:prstGeom prst="rect">
            <a:avLst/>
          </a:prstGeom>
        </p:spPr>
        <p:txBody>
          <a:bodyPr wrap="square">
            <a:normAutofit/>
          </a:bodyPr>
          <a:lstStyle/>
          <a:p>
            <a:r>
              <a:rPr lang="en-US" dirty="0"/>
              <a:t>Walk the five items in order; they build from symptom to control gap.</a:t>
            </a:r>
          </a:p>
          <a:p>
            <a:r>
              <a:rPr lang="en-US" dirty="0"/>
              <a:t>The 12-day restocking delay is the single largest availability driver - do not let the discussion move past it quickly.</a:t>
            </a:r>
          </a:p>
          <a:p>
            <a:r>
              <a:rPr lang="en-US" dirty="0"/>
              <a:t>Make the point that the Midwest gap is distribution lag rather than weak demand; that changes the fix.</a:t>
            </a:r>
          </a:p>
          <a:p>
            <a:r>
              <a:rPr lang="en-US" dirty="0"/>
              <a:t>Close on visibility: we lack reliable lead time, fill rate, inventory, and escalation threshold reporting.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4343400"/>
            <a:ext cx="5486400" cy="4114800"/>
          </a:xfrm>
          <a:prstGeom prst="rect">
            <a:avLst/>
          </a:prstGeom>
        </p:spPr>
        <p:txBody>
          <a:bodyPr wrap="square">
            <a:normAutofit/>
          </a:bodyPr>
          <a:lstStyle/>
          <a:p>
            <a:r>
              <a:rPr lang="en-US" dirty="0"/>
              <a:t>These are illustrative figures based on the review, not audited financials - say so up front.</a:t>
            </a:r>
          </a:p>
          <a:p>
            <a:r>
              <a:rPr lang="en-US" dirty="0"/>
              <a:t>Units: Northeast falls from 4,200 to 3,180 and the Midwest from 3,900 to 2,870 across November to January.</a:t>
            </a:r>
          </a:p>
          <a:p>
            <a:r>
              <a:rPr lang="en-US" dirty="0"/>
              <a:t>Revenue follows the same shape, so this is a volume problem rather than a pricing or mix problem.</a:t>
            </a:r>
          </a:p>
          <a:p>
            <a:r>
              <a:rPr lang="en-US" dirty="0"/>
              <a:t>The key read is that both regions decline together and consistently across three months.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4343400"/>
            <a:ext cx="5486400" cy="4114800"/>
          </a:xfrm>
          <a:prstGeom prst="rect">
            <a:avLst/>
          </a:prstGeom>
        </p:spPr>
        <p:txBody>
          <a:bodyPr wrap="square">
            <a:normAutofit/>
          </a:bodyPr>
          <a:lstStyle/>
          <a:p>
            <a:r>
              <a:rPr lang="en-US" dirty="0"/>
              <a:t>Indexing to November 2024 = 100 removes the size difference between regions so the trends are comparable.</a:t>
            </a:r>
          </a:p>
          <a:p>
            <a:r>
              <a:rPr lang="en-US" dirty="0"/>
              <a:t>Northeast and Midwest fall 25 to 28 percent while all other regions hold roughly flat at 96 to 97.</a:t>
            </a:r>
          </a:p>
          <a:p>
            <a:r>
              <a:rPr lang="en-US" dirty="0"/>
              <a:t>That flat comparison line is the argument that this is a regional issue, not a category-wide collapse.</a:t>
            </a:r>
          </a:p>
          <a:p>
            <a:r>
              <a:rPr lang="en-US" dirty="0"/>
              <a:t>Use this slide to justify why the actions are targeted at two regions rather than the whole business.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4343400"/>
            <a:ext cx="5486400" cy="4114800"/>
          </a:xfrm>
          <a:prstGeom prst="rect">
            <a:avLst/>
          </a:prstGeom>
        </p:spPr>
        <p:txBody>
          <a:bodyPr wrap="square">
            <a:normAutofit/>
          </a:bodyPr>
          <a:lstStyle/>
          <a:p>
            <a:r>
              <a:rPr lang="en-US" dirty="0"/>
              <a:t>Frame this as five contributing lenses rather than one single cause.</a:t>
            </a:r>
          </a:p>
          <a:p>
            <a:r>
              <a:rPr lang="en-US" dirty="0"/>
              <a:t>Supply is the dominant driver; demand and seasonality are contributing but not sufficient explanations.</a:t>
            </a:r>
          </a:p>
          <a:p>
            <a:r>
              <a:rPr lang="en-US" dirty="0"/>
              <a:t>Marketing points to Apparel underexposure and stronger competitor offers in Electronics.</a:t>
            </a:r>
          </a:p>
          <a:p>
            <a:r>
              <a:rPr lang="en-US" dirty="0"/>
              <a:t>Flag the elevated Northeast return rate - it needs separate investigation from traffic.</a:t>
            </a:r>
          </a:p>
          <a:p>
            <a:r>
              <a:rPr lang="en-US" dirty="0"/>
              <a:t>The three callouts are the numbers to remember: 12-day delay, three months of decline, two regions with different causes.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4343400"/>
            <a:ext cx="5486400" cy="4114800"/>
          </a:xfrm>
          <a:prstGeom prst="rect">
            <a:avLst/>
          </a:prstGeom>
        </p:spPr>
        <p:txBody>
          <a:bodyPr wrap="square">
            <a:normAutofit/>
          </a:bodyPr>
          <a:lstStyle/>
          <a:p>
            <a:r>
              <a:rPr lang="en-US" dirty="0"/>
              <a:t>This is the workstream that unblocks availability, so it runs first.</a:t>
            </a:r>
          </a:p>
          <a:p>
            <a:r>
              <a:rPr lang="en-US" dirty="0"/>
              <a:t>Dual-supplier sourcing must be in place before the next replenishment cycle - that is the binding date.</a:t>
            </a:r>
          </a:p>
          <a:p>
            <a:r>
              <a:rPr lang="en-US" dirty="0"/>
              <a:t>Weekly supplier lead time and fill rate monitoring is the early-warning mechanism.</a:t>
            </a:r>
          </a:p>
          <a:p>
            <a:r>
              <a:rPr lang="en-US" dirty="0"/>
              <a:t>Success is measurable: shorter restocking lead time, fewer backorders, higher in-stock rate.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4343400"/>
            <a:ext cx="5486400" cy="4114800"/>
          </a:xfrm>
          <a:prstGeom prst="rect">
            <a:avLst/>
          </a:prstGeom>
        </p:spPr>
        <p:txBody>
          <a:bodyPr wrap="square">
            <a:normAutofit/>
          </a:bodyPr>
          <a:lstStyle/>
          <a:p>
            <a:r>
              <a:rPr lang="en-US" dirty="0"/>
              <a:t>The commercial actions run in parallel with the supply fix, not after it.</a:t>
            </a:r>
          </a:p>
          <a:p>
            <a:r>
              <a:rPr lang="en-US" dirty="0"/>
              <a:t>The Running Shoes pilot is deliberately social-first and limited in scope so we can learn before scaling.</a:t>
            </a:r>
          </a:p>
          <a:p>
            <a:r>
              <a:rPr lang="en-US" dirty="0"/>
              <a:t>Electronics work is about promotional calendar timing informed by competitor bundle and rebate patterns.</a:t>
            </a:r>
          </a:p>
          <a:p>
            <a:r>
              <a:rPr lang="en-US" dirty="0"/>
              <a:t>Regional validation covers Northeast traffic and returns, and quantifying the Midwest distribution lag.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4343400"/>
            <a:ext cx="5486400" cy="4114800"/>
          </a:xfrm>
          <a:prstGeom prst="rect">
            <a:avLst/>
          </a:prstGeom>
        </p:spPr>
        <p:txBody>
          <a:bodyPr wrap="square">
            <a:normAutofit/>
          </a:bodyPr>
          <a:lstStyle/>
          <a:p>
            <a:r>
              <a:rPr lang="en-US" dirty="0"/>
              <a:t>Walk the four workstreams and name each owner out loud so accountability is explicit.</a:t>
            </a:r>
          </a:p>
          <a:p>
            <a:r>
              <a:rPr lang="en-US" dirty="0"/>
              <a:t>Alex Turner is on the critical path - stock resilience must land before the next replenishment cycle.</a:t>
            </a:r>
          </a:p>
          <a:p>
            <a:r>
              <a:rPr lang="en-US" dirty="0"/>
              <a:t>James Lee's Apparel campaign pilot is the earliest commercial milestone, in early February.</a:t>
            </a:r>
          </a:p>
          <a:p>
            <a:r>
              <a:rPr lang="en-US" dirty="0"/>
              <a:t>Emily Davis and John Smith deliver into the next forecast cycle.</a:t>
            </a:r>
          </a:p>
          <a:p>
            <a:r>
              <a:rPr lang="en-US" dirty="0"/>
              <a:t>Governance sits across all four: Sarah Thompson, biweekly sync, progress report, and forecast integration.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4343400"/>
            <a:ext cx="5486400" cy="4114800"/>
          </a:xfrm>
          <a:prstGeom prst="rect">
            <a:avLst/>
          </a:prstGeom>
        </p:spPr>
        <p:txBody>
          <a:bodyPr wrap="square">
            <a:normAutofit/>
          </a:bodyPr>
          <a:lstStyle/>
          <a:p>
            <a:r>
              <a:rPr lang="en-US" dirty="0"/>
              <a:t>These KPIs are how we confirm recovery is real rather than seasonal noise.</a:t>
            </a:r>
          </a:p>
          <a:p>
            <a:r>
              <a:rPr lang="en-US" dirty="0"/>
              <a:t>Supply and sales metrics are the leading and lagging pair - watch lead time first, revenue second.</a:t>
            </a:r>
          </a:p>
          <a:p>
            <a:r>
              <a:rPr lang="en-US" dirty="0"/>
              <a:t>Marketing measures the pilot on reach, engagement, conversion, and revenue uplift before any scale decision.</a:t>
            </a:r>
          </a:p>
          <a:p>
            <a:r>
              <a:rPr lang="en-US" dirty="0"/>
              <a:t>Execution metrics keep the action register honest: completions, risks, blockers, and decisions.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4343400"/>
            <a:ext cx="5486400" cy="4114800"/>
          </a:xfrm>
          <a:prstGeom prst="rect">
            <a:avLst/>
          </a:prstGeom>
        </p:spPr>
        <p:txBody>
          <a:bodyPr wrap="square">
            <a:normAutofit/>
          </a:bodyPr>
          <a:lstStyle/>
          <a:p>
            <a:r>
              <a:rPr lang="en-US" dirty="0"/>
              <a:t>Be candid that each action carries a failure mode and we have a mitigation for each.</a:t>
            </a:r>
          </a:p>
          <a:p>
            <a:r>
              <a:rPr lang="en-US" dirty="0"/>
              <a:t>The most likely risk is that dual sourcing alone does not resolve delays - hence monitoring and escalation thresholds.</a:t>
            </a:r>
          </a:p>
          <a:p>
            <a:r>
              <a:rPr lang="en-US" dirty="0"/>
              <a:t>If the campaign does not convert, we adjust audience, offer, or creative before scaling rather than abandoning it.</a:t>
            </a:r>
          </a:p>
          <a:p>
            <a:r>
              <a:rPr lang="en-US" dirty="0"/>
              <a:t>Close on the four leadership decisions needed today: pilot budget, dual-sourcing approvals, KPI ownership, and revised forecast assumptions.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4343400"/>
            <a:ext cx="5486400" cy="4114800"/>
          </a:xfrm>
          <a:prstGeom prst="rect">
            <a:avLst/>
          </a:prstGeom>
        </p:spPr>
        <p:txBody>
          <a:bodyPr wrap="square">
            <a:normAutofit/>
          </a:bodyPr>
          <a:lstStyle/>
          <a:p>
            <a:r>
              <a:rPr lang="en-US" dirty="0"/>
              <a:t>Summarise the sequence: consolidate recommendations by late January, activate controls and the pilot in early February.</a:t>
            </a:r>
          </a:p>
          <a:p>
            <a:r>
              <a:rPr lang="en-US" dirty="0"/>
              <a:t>All revised assumptions feed the February forecasting cycle - that is the integration point.</a:t>
            </a:r>
          </a:p>
          <a:p>
            <a:r>
              <a:rPr lang="en-US" dirty="0"/>
              <a:t>Confirm the biweekly cross-functional review covering progress, KPI movement, blockers, risks, and decisions.</a:t>
            </a:r>
          </a:p>
          <a:p>
            <a:r>
              <a:rPr lang="en-US" dirty="0"/>
              <a:t>Sarah Thompson owns governance and reports to the VP of Sales; ask for agreement on the cadence before closing.</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1164969" y="3010439"/>
            <a:ext cx="6793919" cy="1329595"/>
          </a:xfrm>
          <a:prstGeom prst="rect">
            <a:avLst/>
          </a:prstGeom>
        </p:spPr>
        <p:txBody>
          <a:bodyPr anchor="b">
            <a:spAutoFit/>
          </a:bodyPr>
          <a:lstStyle>
            <a:lvl1pPr algn="l">
              <a:lnSpc>
                <a:spcPct val="90000"/>
              </a:lnSpc>
              <a:defRPr sz="4800" b="0">
                <a:solidFill>
                  <a:schemeClr val="tx1"/>
                </a:solidFill>
              </a:defRPr>
            </a:lvl1pPr>
          </a:lstStyle>
          <a:p>
            <a:r>
              <a:rPr lang="en-GB"/>
              <a:t>Click to edit Master title style</a:t>
            </a:r>
            <a:endParaRPr lang="en-US"/>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1164969" y="4464055"/>
            <a:ext cx="6793919"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pic>
        <p:nvPicPr>
          <p:cNvPr id="3" name="accenture" descr="accenture logo">
            <a:extLst>
              <a:ext uri="{FF2B5EF4-FFF2-40B4-BE49-F238E27FC236}">
                <a16:creationId xmlns:a16="http://schemas.microsoft.com/office/drawing/2014/main" id="{FF7A765D-4682-9084-D606-70A59390D7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
        <p:nvSpPr>
          <p:cNvPr id="18" name="Text Placeholder 16">
            <a:extLst>
              <a:ext uri="{FF2B5EF4-FFF2-40B4-BE49-F238E27FC236}">
                <a16:creationId xmlns:a16="http://schemas.microsoft.com/office/drawing/2014/main" id="{21E81FC3-5B5A-36F1-7992-060E05D4773E}"/>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158956" y="6124059"/>
            <a:ext cx="1832894" cy="184666"/>
          </a:xfrm>
          <a:prstGeom prst="rect">
            <a:avLst/>
          </a:prstGeom>
        </p:spPr>
        <p:txBody>
          <a:bodyPr wrap="square">
            <a:spAutoFit/>
          </a:bodyPr>
          <a:lstStyle>
            <a:lvl1pPr marL="0" indent="0" algn="r" defTabSz="914377" rtl="0" eaLnBrk="1" latinLnBrk="0" hangingPunct="1">
              <a:spcAft>
                <a:spcPts val="0"/>
              </a:spcAft>
              <a:buNone/>
              <a:defRPr lang="en-US" sz="1200" b="0" i="0" kern="1200" dirty="0">
                <a:solidFill>
                  <a:schemeClr val="tx1"/>
                </a:solidFill>
                <a:latin typeface="Graphik Semibold" panose="020B0703030202060203"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MM.DD.YYYY</a:t>
            </a:r>
          </a:p>
        </p:txBody>
      </p:sp>
    </p:spTree>
    <p:extLst>
      <p:ext uri="{BB962C8B-B14F-4D97-AF65-F5344CB8AC3E}">
        <p14:creationId xmlns:p14="http://schemas.microsoft.com/office/powerpoint/2010/main" val="220930696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light mode">
    <p:bg>
      <p:bgPr>
        <a:solidFill>
          <a:schemeClr val="tx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31B3895-321B-8CAC-83C2-50F886A2CDA3}"/>
              </a:ext>
            </a:extLst>
          </p:cNvPr>
          <p:cNvSpPr>
            <a:spLocks noGrp="1"/>
          </p:cNvSpPr>
          <p:nvPr>
            <p:ph type="title"/>
          </p:nvPr>
        </p:nvSpPr>
        <p:spPr>
          <a:xfrm>
            <a:off x="1171951" y="3008948"/>
            <a:ext cx="6795392" cy="1329595"/>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1171951" y="4475703"/>
            <a:ext cx="6795392"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11" name="Text Placeholder 16">
            <a:extLst>
              <a:ext uri="{FF2B5EF4-FFF2-40B4-BE49-F238E27FC236}">
                <a16:creationId xmlns:a16="http://schemas.microsoft.com/office/drawing/2014/main" id="{349A45E5-70FE-79EB-8E7A-1A2061B62B79}"/>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2" name="Text Placeholder 16">
            <a:extLst>
              <a:ext uri="{FF2B5EF4-FFF2-40B4-BE49-F238E27FC236}">
                <a16:creationId xmlns:a16="http://schemas.microsoft.com/office/drawing/2014/main" id="{57A6BE55-E9EF-68A2-0448-87EF125B2BE9}"/>
              </a:ext>
            </a:extLst>
          </p:cNvPr>
          <p:cNvSpPr>
            <a:spLocks noGrp="1"/>
          </p:cNvSpPr>
          <p:nvPr>
            <p:ph type="body" sz="quarter" idx="15" hasCustomPrompt="1"/>
          </p:nvPr>
        </p:nvSpPr>
        <p:spPr>
          <a:xfrm>
            <a:off x="9158956" y="6124059"/>
            <a:ext cx="1832894" cy="184666"/>
          </a:xfrm>
          <a:prstGeom prst="rect">
            <a:avLst/>
          </a:prstGeom>
        </p:spPr>
        <p:txBody>
          <a:bodyPr wrap="square" anchor="b">
            <a:spAutoFit/>
          </a:bodyPr>
          <a:lstStyle>
            <a:lvl1pPr marL="0" indent="0" algn="r" defTabSz="914377" rtl="0" eaLnBrk="1" latinLnBrk="0" hangingPunct="1">
              <a:spcAft>
                <a:spcPts val="0"/>
              </a:spcAft>
              <a:buNone/>
              <a:defRPr lang="en-US" sz="1200" b="0" i="0" kern="1200" dirty="0">
                <a:solidFill>
                  <a:schemeClr val="bg1"/>
                </a:solidFill>
                <a:latin typeface="Graphik Semibold" panose="020B0703030202060203"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MM.DD.YYYY</a:t>
            </a:r>
          </a:p>
        </p:txBody>
      </p:sp>
      <p:pic>
        <p:nvPicPr>
          <p:cNvPr id="2" name="accenture" descr="accenture logo">
            <a:extLst>
              <a:ext uri="{FF2B5EF4-FFF2-40B4-BE49-F238E27FC236}">
                <a16:creationId xmlns:a16="http://schemas.microsoft.com/office/drawing/2014/main" id="{B93529DF-12F1-3D03-117A-86D7C5AD9A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71951" y="557588"/>
            <a:ext cx="1247506" cy="328510"/>
          </a:xfrm>
          <a:prstGeom prst="rect">
            <a:avLst/>
          </a:prstGeom>
        </p:spPr>
      </p:pic>
    </p:spTree>
    <p:extLst>
      <p:ext uri="{BB962C8B-B14F-4D97-AF65-F5344CB8AC3E}">
        <p14:creationId xmlns:p14="http://schemas.microsoft.com/office/powerpoint/2010/main" val="2184675223"/>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Song">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3" name="Title 1">
            <a:extLst>
              <a:ext uri="{FF2B5EF4-FFF2-40B4-BE49-F238E27FC236}">
                <a16:creationId xmlns:a16="http://schemas.microsoft.com/office/drawing/2014/main" id="{2878D30E-951E-72C4-5535-66637753BE55}"/>
              </a:ext>
            </a:extLst>
          </p:cNvPr>
          <p:cNvSpPr>
            <a:spLocks noGrp="1"/>
          </p:cNvSpPr>
          <p:nvPr>
            <p:ph type="title"/>
          </p:nvPr>
        </p:nvSpPr>
        <p:spPr>
          <a:xfrm>
            <a:off x="1164970" y="2952671"/>
            <a:ext cx="8931530" cy="664797"/>
          </a:xfrm>
          <a:prstGeom prst="rect">
            <a:avLst/>
          </a:prstGeom>
        </p:spPr>
        <p:txBody>
          <a:bodyPr wrap="square" anchor="b">
            <a:spAutoFit/>
          </a:bodyPr>
          <a:lstStyle>
            <a:lvl1pPr algn="l">
              <a:lnSpc>
                <a:spcPct val="90000"/>
              </a:lnSpc>
              <a:defRPr sz="4800">
                <a:solidFill>
                  <a:schemeClr val="tx1"/>
                </a:solidFill>
              </a:defRPr>
            </a:lvl1pPr>
          </a:lstStyle>
          <a:p>
            <a:r>
              <a:rPr lang="en-GB"/>
              <a:t>Click to edit Master title style</a:t>
            </a:r>
            <a:endParaRPr lang="en-US"/>
          </a:p>
        </p:txBody>
      </p:sp>
      <p:sp>
        <p:nvSpPr>
          <p:cNvPr id="4" name="Subtitle 2">
            <a:extLst>
              <a:ext uri="{FF2B5EF4-FFF2-40B4-BE49-F238E27FC236}">
                <a16:creationId xmlns:a16="http://schemas.microsoft.com/office/drawing/2014/main" id="{5775FD5F-4D58-7741-C57A-08997F3E1DD6}"/>
              </a:ext>
            </a:extLst>
          </p:cNvPr>
          <p:cNvSpPr>
            <a:spLocks noGrp="1"/>
          </p:cNvSpPr>
          <p:nvPr>
            <p:ph type="subTitle" idx="1" hasCustomPrompt="1"/>
          </p:nvPr>
        </p:nvSpPr>
        <p:spPr>
          <a:xfrm>
            <a:off x="1164970" y="3741489"/>
            <a:ext cx="893153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6" name="Text Placeholder 16">
            <a:extLst>
              <a:ext uri="{FF2B5EF4-FFF2-40B4-BE49-F238E27FC236}">
                <a16:creationId xmlns:a16="http://schemas.microsoft.com/office/drawing/2014/main" id="{EA105FD1-CA09-BDBB-C408-AB40400DB336}"/>
              </a:ext>
            </a:extLst>
          </p:cNvPr>
          <p:cNvSpPr>
            <a:spLocks noGrp="1"/>
          </p:cNvSpPr>
          <p:nvPr>
            <p:ph type="body" sz="quarter" idx="15" hasCustomPrompt="1"/>
          </p:nvPr>
        </p:nvSpPr>
        <p:spPr>
          <a:xfrm>
            <a:off x="1171950" y="5176580"/>
            <a:ext cx="3655291"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Graphik Semibold" panose="020B0703030202060203"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MM.DD.YYYY</a:t>
            </a:r>
          </a:p>
        </p:txBody>
      </p:sp>
      <p:sp>
        <p:nvSpPr>
          <p:cNvPr id="5" name="Text Placeholder 16">
            <a:extLst>
              <a:ext uri="{FF2B5EF4-FFF2-40B4-BE49-F238E27FC236}">
                <a16:creationId xmlns:a16="http://schemas.microsoft.com/office/drawing/2014/main" id="{D266AB3E-F8D9-4648-CDC8-BDA8246735A6}"/>
              </a:ext>
            </a:extLst>
          </p:cNvPr>
          <p:cNvSpPr>
            <a:spLocks noGrp="1"/>
          </p:cNvSpPr>
          <p:nvPr>
            <p:ph type="body" sz="quarter" idx="12" hasCustomPrompt="1"/>
          </p:nvPr>
        </p:nvSpPr>
        <p:spPr>
          <a:xfrm>
            <a:off x="1171950" y="5401494"/>
            <a:ext cx="3655291" cy="184666"/>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8" name="Picture 7">
            <a:extLst>
              <a:ext uri="{FF2B5EF4-FFF2-40B4-BE49-F238E27FC236}">
                <a16:creationId xmlns:a16="http://schemas.microsoft.com/office/drawing/2014/main" id="{BAE43744-0C39-A052-7487-659CA9C80BAB}"/>
              </a:ext>
            </a:extLst>
          </p:cNvPr>
          <p:cNvPicPr>
            <a:picLocks noChangeAspect="1"/>
          </p:cNvPicPr>
          <p:nvPr userDrawn="1"/>
        </p:nvPicPr>
        <p:blipFill>
          <a:blip r:embed="rId3"/>
          <a:stretch>
            <a:fillRect/>
          </a:stretch>
        </p:blipFill>
        <p:spPr>
          <a:xfrm>
            <a:off x="1163638" y="6170081"/>
            <a:ext cx="1514051" cy="180050"/>
          </a:xfrm>
          <a:prstGeom prst="rect">
            <a:avLst/>
          </a:prstGeom>
        </p:spPr>
      </p:pic>
      <p:pic>
        <p:nvPicPr>
          <p:cNvPr id="7" name="accenture" descr="accenture logo">
            <a:extLst>
              <a:ext uri="{FF2B5EF4-FFF2-40B4-BE49-F238E27FC236}">
                <a16:creationId xmlns:a16="http://schemas.microsoft.com/office/drawing/2014/main" id="{145CAD81-7743-A093-B6F5-E98233328E5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399503885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light mode">
    <p:bg>
      <p:bgPr>
        <a:solidFill>
          <a:schemeClr val="tx1"/>
        </a:solidFill>
        <a:effectLst/>
      </p:bgPr>
    </p:bg>
    <p:spTree>
      <p:nvGrpSpPr>
        <p:cNvPr id="1" name=""/>
        <p:cNvGrpSpPr/>
        <p:nvPr/>
      </p:nvGrpSpPr>
      <p:grpSpPr>
        <a:xfrm>
          <a:off x="0" y="0"/>
          <a:ext cx="0" cy="0"/>
          <a:chOff x="0" y="0"/>
          <a:chExt cx="0" cy="0"/>
        </a:xfrm>
      </p:grpSpPr>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ysClr val="windowText" lastClr="000000"/>
                </a:solidFill>
                <a:latin typeface="Graphik" panose="020B0503030202060203" pitchFamily="34" charset="77"/>
              </a:defRPr>
            </a:lvl1pPr>
          </a:lstStyle>
          <a:p>
            <a:r>
              <a:rPr lang="en-GB"/>
              <a:t>Add client logo</a:t>
            </a:r>
            <a:endParaRPr lang="en-US"/>
          </a:p>
        </p:txBody>
      </p:sp>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3524589"/>
            <a:ext cx="8813534" cy="664797"/>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9" name="Text Placeholder 16">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bg1"/>
                </a:solidFill>
                <a:latin typeface="Graphik Semibold" panose="020B0703030202060203"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MM.DD.YYYY</a:t>
            </a:r>
          </a:p>
        </p:txBody>
      </p:sp>
      <p:sp>
        <p:nvSpPr>
          <p:cNvPr id="6" name="Text Placeholder 16">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7" name="accenture" descr="accenture logo">
            <a:extLst>
              <a:ext uri="{FF2B5EF4-FFF2-40B4-BE49-F238E27FC236}">
                <a16:creationId xmlns:a16="http://schemas.microsoft.com/office/drawing/2014/main" id="{B644DD64-75F6-CAA6-3062-5DD0649C1338}"/>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9936000" y="6022800"/>
            <a:ext cx="1044000" cy="273836"/>
          </a:xfrm>
          <a:prstGeom prst="rect">
            <a:avLst/>
          </a:prstGeom>
        </p:spPr>
      </p:pic>
    </p:spTree>
    <p:extLst>
      <p:ext uri="{BB962C8B-B14F-4D97-AF65-F5344CB8AC3E}">
        <p14:creationId xmlns:p14="http://schemas.microsoft.com/office/powerpoint/2010/main" val="2042625388"/>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gradient">
    <p:bg>
      <p:bgPr>
        <a:solidFill>
          <a:schemeClr val="tx1"/>
        </a:solidFill>
        <a:effectLst/>
      </p:bgPr>
    </p:bg>
    <p:spTree>
      <p:nvGrpSpPr>
        <p:cNvPr id="1" name=""/>
        <p:cNvGrpSpPr/>
        <p:nvPr/>
      </p:nvGrpSpPr>
      <p:grpSpPr>
        <a:xfrm>
          <a:off x="0" y="0"/>
          <a:ext cx="0" cy="0"/>
          <a:chOff x="0" y="0"/>
          <a:chExt cx="0" cy="0"/>
        </a:xfrm>
      </p:grpSpPr>
      <p:pic>
        <p:nvPicPr>
          <p:cNvPr id="4" name="gradient">
            <a:extLst>
              <a:ext uri="{FF2B5EF4-FFF2-40B4-BE49-F238E27FC236}">
                <a16:creationId xmlns:a16="http://schemas.microsoft.com/office/drawing/2014/main" id="{50E1CD4C-93E5-0BD5-6237-D39D310F8C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8" y="-2666262"/>
            <a:ext cx="6857999" cy="12190525"/>
          </a:xfrm>
          <a:prstGeom prst="rect">
            <a:avLst/>
          </a:prstGeom>
        </p:spPr>
      </p:pic>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2425701"/>
            <a:ext cx="8813534" cy="1763686"/>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chemeClr val="tx1"/>
                </a:solidFill>
                <a:latin typeface="Graphik" panose="020B0503030202060203" pitchFamily="34" charset="77"/>
              </a:defRPr>
            </a:lvl1pPr>
          </a:lstStyle>
          <a:p>
            <a:r>
              <a:rPr lang="en-GB"/>
              <a:t>Add client logo</a:t>
            </a:r>
            <a:endParaRPr lang="en-US"/>
          </a:p>
        </p:txBody>
      </p:sp>
      <p:sp>
        <p:nvSpPr>
          <p:cNvPr id="9" name="Text Placeholder 1">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Graphik Semibold" panose="020B0703030202060203"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MM.DD.YYYY</a:t>
            </a:r>
          </a:p>
        </p:txBody>
      </p:sp>
      <p:sp>
        <p:nvSpPr>
          <p:cNvPr id="6" name="Text Placeholder 2">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2" name="accenture" descr="accenture logo">
            <a:extLst>
              <a:ext uri="{FF2B5EF4-FFF2-40B4-BE49-F238E27FC236}">
                <a16:creationId xmlns:a16="http://schemas.microsoft.com/office/drawing/2014/main" id="{F9A1CCE7-7706-F83F-4541-BDA00F682B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19196" y="6016340"/>
            <a:ext cx="1082581" cy="285924"/>
          </a:xfrm>
          <a:prstGeom prst="rect">
            <a:avLst/>
          </a:prstGeom>
        </p:spPr>
      </p:pic>
    </p:spTree>
    <p:extLst>
      <p:ext uri="{BB962C8B-B14F-4D97-AF65-F5344CB8AC3E}">
        <p14:creationId xmlns:p14="http://schemas.microsoft.com/office/powerpoint/2010/main" val="305088840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dark mo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DFF95F-BC04-BCE4-81EC-25C099CB74A3}"/>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AR" sz="2400" err="1"/>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561600" y="2187403"/>
            <a:ext cx="3091443" cy="393954"/>
          </a:xfrm>
          <a:prstGeom prst="rect">
            <a:avLst/>
          </a:prstGeom>
        </p:spPr>
        <p:txBody>
          <a:bodyPr anchor="b"/>
          <a:lstStyle>
            <a:lvl1pPr>
              <a:defRPr sz="3200">
                <a:solidFill>
                  <a:schemeClr val="accent2"/>
                </a:solidFill>
              </a:defRPr>
            </a:lvl1pPr>
          </a:lstStyle>
          <a:p>
            <a:r>
              <a:rPr lang="en-GB"/>
              <a:t>Agenda title</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GTS_WH">
            <a:extLst>
              <a:ext uri="{FF2B5EF4-FFF2-40B4-BE49-F238E27FC236}">
                <a16:creationId xmlns:a16="http://schemas.microsoft.com/office/drawing/2014/main" id="{042F1CA7-6A9E-5C2F-F3C0-78D6AFD6C707}"/>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Text Placeholder 2">
            <a:extLst>
              <a:ext uri="{FF2B5EF4-FFF2-40B4-BE49-F238E27FC236}">
                <a16:creationId xmlns:a16="http://schemas.microsoft.com/office/drawing/2014/main" id="{B01AB161-4BFB-138B-C93C-DFFFE563CF59}"/>
              </a:ext>
            </a:extLst>
          </p:cNvPr>
          <p:cNvSpPr>
            <a:spLocks noGrp="1"/>
          </p:cNvSpPr>
          <p:nvPr>
            <p:ph type="body" sz="quarter" idx="14" hasCustomPrompt="1"/>
          </p:nvPr>
        </p:nvSpPr>
        <p:spPr>
          <a:xfrm>
            <a:off x="561600" y="2745679"/>
            <a:ext cx="3091443" cy="2415468"/>
          </a:xfrm>
          <a:prstGeom prst="rect">
            <a:avLst/>
          </a:prstGeom>
        </p:spPr>
        <p:txBody>
          <a:bodyPr/>
          <a:lstStyle>
            <a:lvl1pPr marL="0" indent="0">
              <a:lnSpc>
                <a:spcPct val="90000"/>
              </a:lnSpc>
              <a:buNone/>
              <a:defRPr sz="1600" b="0" i="0">
                <a:solidFill>
                  <a:schemeClr val="bg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3" name="copyright">
            <a:extLst>
              <a:ext uri="{FF2B5EF4-FFF2-40B4-BE49-F238E27FC236}">
                <a16:creationId xmlns:a16="http://schemas.microsoft.com/office/drawing/2014/main" id="{95F63345-6C3E-8981-5F6D-DF2B3FF6475C}"/>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EA0A3F89-649C-BCA9-F69D-4791BE39CE26}"/>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Tree>
    <p:extLst>
      <p:ext uri="{BB962C8B-B14F-4D97-AF65-F5344CB8AC3E}">
        <p14:creationId xmlns:p14="http://schemas.microsoft.com/office/powerpoint/2010/main" val="3442698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light mo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4FF600-954F-A932-EB0A-7C9AF337B5D8}"/>
              </a:ext>
            </a:extLst>
          </p:cNvPr>
          <p:cNvSpPr>
            <a:spLocks noGrp="1"/>
          </p:cNvSpPr>
          <p:nvPr>
            <p:ph type="title" hasCustomPrompt="1"/>
          </p:nvPr>
        </p:nvSpPr>
        <p:spPr>
          <a:xfrm>
            <a:off x="559848" y="2187404"/>
            <a:ext cx="3098568" cy="393954"/>
          </a:xfrm>
          <a:prstGeom prst="rect">
            <a:avLst/>
          </a:prstGeom>
        </p:spPr>
        <p:txBody>
          <a:bodyPr anchor="b"/>
          <a:lstStyle>
            <a:lvl1pPr>
              <a:defRPr sz="3200">
                <a:solidFill>
                  <a:schemeClr val="tx1"/>
                </a:solidFill>
              </a:defRPr>
            </a:lvl1pPr>
          </a:lstStyle>
          <a:p>
            <a:r>
              <a:rPr lang="en-GB"/>
              <a:t>Agenda title</a:t>
            </a:r>
            <a:endParaRPr lang="en-US"/>
          </a:p>
        </p:txBody>
      </p:sp>
      <p:sp>
        <p:nvSpPr>
          <p:cNvPr id="8" name="Text Placeholder 2">
            <a:extLst>
              <a:ext uri="{FF2B5EF4-FFF2-40B4-BE49-F238E27FC236}">
                <a16:creationId xmlns:a16="http://schemas.microsoft.com/office/drawing/2014/main" id="{15D79A3D-AC3D-4EB4-AFB4-D6CEFA4231AA}"/>
              </a:ext>
            </a:extLst>
          </p:cNvPr>
          <p:cNvSpPr>
            <a:spLocks noGrp="1"/>
          </p:cNvSpPr>
          <p:nvPr>
            <p:ph type="body" sz="quarter" idx="14" hasCustomPrompt="1"/>
          </p:nvPr>
        </p:nvSpPr>
        <p:spPr>
          <a:xfrm>
            <a:off x="559948" y="2745679"/>
            <a:ext cx="3093440" cy="2415468"/>
          </a:xfrm>
          <a:prstGeom prst="rect">
            <a:avLst/>
          </a:prstGeom>
        </p:spPr>
        <p:txBody>
          <a:bodyPr/>
          <a:lstStyle>
            <a:lvl1pPr marL="0" indent="0">
              <a:lnSpc>
                <a:spcPct val="90000"/>
              </a:lnSpc>
              <a:buNone/>
              <a:defRPr sz="1600" b="0" i="0">
                <a:solidFill>
                  <a:schemeClr val="tx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097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image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798FE22-CDE6-88FF-ACBC-FD9C36E03DFD}"/>
              </a:ext>
            </a:extLst>
          </p:cNvPr>
          <p:cNvSpPr>
            <a:spLocks noGrp="1"/>
          </p:cNvSpPr>
          <p:nvPr>
            <p:ph type="pic" sz="quarter" idx="10"/>
          </p:nvPr>
        </p:nvSpPr>
        <p:spPr>
          <a:xfrm>
            <a:off x="-6349" y="1341439"/>
            <a:ext cx="2329381" cy="4787900"/>
          </a:xfrm>
          <a:solidFill>
            <a:schemeClr val="bg1">
              <a:lumMod val="95000"/>
            </a:schemeClr>
          </a:solidFill>
        </p:spPr>
        <p:txBody>
          <a:bodyPr anchor="ctr"/>
          <a:lstStyle>
            <a:lvl1pPr algn="ctr">
              <a:defRPr/>
            </a:lvl1pPr>
          </a:lstStyle>
          <a:p>
            <a:r>
              <a:rPr lang="en-GB"/>
              <a:t>Click icon to add picture</a:t>
            </a:r>
            <a:endParaRPr lang="en-US"/>
          </a:p>
        </p:txBody>
      </p:sp>
      <p:sp>
        <p:nvSpPr>
          <p:cNvPr id="12" name="Text Placeholder 2">
            <a:extLst>
              <a:ext uri="{FF2B5EF4-FFF2-40B4-BE49-F238E27FC236}">
                <a16:creationId xmlns:a16="http://schemas.microsoft.com/office/drawing/2014/main" id="{F7CBA93D-A16D-15A7-59FB-5DA53C303FE4}"/>
              </a:ext>
            </a:extLst>
          </p:cNvPr>
          <p:cNvSpPr>
            <a:spLocks noGrp="1"/>
          </p:cNvSpPr>
          <p:nvPr>
            <p:ph idx="1" hasCustomPrompt="1"/>
          </p:nvPr>
        </p:nvSpPr>
        <p:spPr>
          <a:xfrm>
            <a:off x="2759509"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3" name="Text Placeholder 2">
            <a:extLst>
              <a:ext uri="{FF2B5EF4-FFF2-40B4-BE49-F238E27FC236}">
                <a16:creationId xmlns:a16="http://schemas.microsoft.com/office/drawing/2014/main" id="{59F85972-AC4E-08A3-B374-8C2AF42D54FD}"/>
              </a:ext>
            </a:extLst>
          </p:cNvPr>
          <p:cNvSpPr>
            <a:spLocks noGrp="1"/>
          </p:cNvSpPr>
          <p:nvPr>
            <p:ph idx="11" hasCustomPrompt="1"/>
          </p:nvPr>
        </p:nvSpPr>
        <p:spPr>
          <a:xfrm>
            <a:off x="5080176"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4" name="Text Placeholder 2">
            <a:extLst>
              <a:ext uri="{FF2B5EF4-FFF2-40B4-BE49-F238E27FC236}">
                <a16:creationId xmlns:a16="http://schemas.microsoft.com/office/drawing/2014/main" id="{6C21799C-032C-A3F2-FCE9-D7BE2B106CC9}"/>
              </a:ext>
            </a:extLst>
          </p:cNvPr>
          <p:cNvSpPr>
            <a:spLocks noGrp="1"/>
          </p:cNvSpPr>
          <p:nvPr>
            <p:ph idx="12" hasCustomPrompt="1"/>
          </p:nvPr>
        </p:nvSpPr>
        <p:spPr>
          <a:xfrm>
            <a:off x="7406324"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solidFill>
                  <a:schemeClr val="tx2"/>
                </a:solidFill>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3" name="Text Placeholder 2">
            <a:extLst>
              <a:ext uri="{FF2B5EF4-FFF2-40B4-BE49-F238E27FC236}">
                <a16:creationId xmlns:a16="http://schemas.microsoft.com/office/drawing/2014/main" id="{6EE563D9-F425-062E-85B6-BFD1ECBB98D3}"/>
              </a:ext>
            </a:extLst>
          </p:cNvPr>
          <p:cNvSpPr>
            <a:spLocks noGrp="1"/>
          </p:cNvSpPr>
          <p:nvPr>
            <p:ph idx="13" hasCustomPrompt="1"/>
          </p:nvPr>
        </p:nvSpPr>
        <p:spPr>
          <a:xfrm>
            <a:off x="9726991"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4" name="Title 1">
            <a:extLst>
              <a:ext uri="{FF2B5EF4-FFF2-40B4-BE49-F238E27FC236}">
                <a16:creationId xmlns:a16="http://schemas.microsoft.com/office/drawing/2014/main" id="{B439FCDF-0209-75C7-EEFD-72F454BE9350}"/>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56063D68-A744-CDD7-FA67-D2E3EBBCDB1B}"/>
              </a:ext>
            </a:extLst>
          </p:cNvPr>
          <p:cNvSpPr>
            <a:spLocks noGrp="1"/>
          </p:cNvSpPr>
          <p:nvPr>
            <p:ph type="body" sz="quarter" idx="31" hasCustomPrompt="1"/>
          </p:nvPr>
        </p:nvSpPr>
        <p:spPr>
          <a:xfrm>
            <a:off x="2759508"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7" name="Straight Connector 6">
            <a:extLst>
              <a:ext uri="{FF2B5EF4-FFF2-40B4-BE49-F238E27FC236}">
                <a16:creationId xmlns:a16="http://schemas.microsoft.com/office/drawing/2014/main" id="{68764EE2-7F2F-45E2-82F3-AAF71D3EBFB5}"/>
              </a:ext>
              <a:ext uri="{C183D7F6-B498-43B3-948B-1728B52AA6E4}">
                <adec:decorative xmlns:adec="http://schemas.microsoft.com/office/drawing/2017/decorative" val="1"/>
              </a:ext>
            </a:extLst>
          </p:cNvPr>
          <p:cNvCxnSpPr/>
          <p:nvPr userDrawn="1"/>
        </p:nvCxnSpPr>
        <p:spPr>
          <a:xfrm>
            <a:off x="2562457"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591D4CA2-E2F2-5487-46F9-665130B94BE8}"/>
              </a:ext>
            </a:extLst>
          </p:cNvPr>
          <p:cNvSpPr>
            <a:spLocks noGrp="1"/>
          </p:cNvSpPr>
          <p:nvPr>
            <p:ph type="body" sz="quarter" idx="35" hasCustomPrompt="1"/>
          </p:nvPr>
        </p:nvSpPr>
        <p:spPr>
          <a:xfrm>
            <a:off x="5080175"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1" name="Straight Connector 20">
            <a:extLst>
              <a:ext uri="{FF2B5EF4-FFF2-40B4-BE49-F238E27FC236}">
                <a16:creationId xmlns:a16="http://schemas.microsoft.com/office/drawing/2014/main" id="{3B5359CD-D0A3-6EBD-72CC-C75E6319FD1B}"/>
              </a:ext>
              <a:ext uri="{C183D7F6-B498-43B3-948B-1728B52AA6E4}">
                <adec:decorative xmlns:adec="http://schemas.microsoft.com/office/drawing/2017/decorative" val="1"/>
              </a:ext>
            </a:extLst>
          </p:cNvPr>
          <p:cNvCxnSpPr/>
          <p:nvPr userDrawn="1"/>
        </p:nvCxnSpPr>
        <p:spPr>
          <a:xfrm>
            <a:off x="4883124"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414973FE-1A5A-4784-BBEF-55CFBBF298DC}"/>
              </a:ext>
            </a:extLst>
          </p:cNvPr>
          <p:cNvSpPr>
            <a:spLocks noGrp="1"/>
          </p:cNvSpPr>
          <p:nvPr>
            <p:ph type="body" sz="quarter" idx="36" hasCustomPrompt="1"/>
          </p:nvPr>
        </p:nvSpPr>
        <p:spPr>
          <a:xfrm>
            <a:off x="7406323"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7" name="Straight Connector 26">
            <a:extLst>
              <a:ext uri="{FF2B5EF4-FFF2-40B4-BE49-F238E27FC236}">
                <a16:creationId xmlns:a16="http://schemas.microsoft.com/office/drawing/2014/main" id="{DEC62542-3EC7-23B4-6810-D7943AD8A258}"/>
              </a:ext>
              <a:ext uri="{C183D7F6-B498-43B3-948B-1728B52AA6E4}">
                <adec:decorative xmlns:adec="http://schemas.microsoft.com/office/drawing/2017/decorative" val="1"/>
              </a:ext>
            </a:extLst>
          </p:cNvPr>
          <p:cNvCxnSpPr/>
          <p:nvPr userDrawn="1"/>
        </p:nvCxnSpPr>
        <p:spPr>
          <a:xfrm>
            <a:off x="7209272"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E4DD7065-8DBD-BB8F-6299-198F246266BE}"/>
              </a:ext>
            </a:extLst>
          </p:cNvPr>
          <p:cNvSpPr>
            <a:spLocks noGrp="1"/>
          </p:cNvSpPr>
          <p:nvPr>
            <p:ph type="body" sz="quarter" idx="37" hasCustomPrompt="1"/>
          </p:nvPr>
        </p:nvSpPr>
        <p:spPr>
          <a:xfrm>
            <a:off x="9726990"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9" name="Straight Connector 28">
            <a:extLst>
              <a:ext uri="{FF2B5EF4-FFF2-40B4-BE49-F238E27FC236}">
                <a16:creationId xmlns:a16="http://schemas.microsoft.com/office/drawing/2014/main" id="{678B4AEA-422E-5B9F-1050-B102C345D5CB}"/>
              </a:ext>
              <a:ext uri="{C183D7F6-B498-43B3-948B-1728B52AA6E4}">
                <adec:decorative xmlns:adec="http://schemas.microsoft.com/office/drawing/2017/decorative" val="1"/>
              </a:ext>
            </a:extLst>
          </p:cNvPr>
          <p:cNvCxnSpPr/>
          <p:nvPr userDrawn="1"/>
        </p:nvCxnSpPr>
        <p:spPr>
          <a:xfrm>
            <a:off x="9529939"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561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204A-4462-2F62-F226-525C35783498}"/>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3" name="Picture Placeholder 10">
            <a:extLst>
              <a:ext uri="{FF2B5EF4-FFF2-40B4-BE49-F238E27FC236}">
                <a16:creationId xmlns:a16="http://schemas.microsoft.com/office/drawing/2014/main" id="{49ACF502-3E74-91C2-B945-4A140A77E48E}"/>
              </a:ext>
            </a:extLst>
          </p:cNvPr>
          <p:cNvSpPr>
            <a:spLocks noGrp="1"/>
          </p:cNvSpPr>
          <p:nvPr>
            <p:ph type="pic" sz="quarter" idx="10"/>
          </p:nvPr>
        </p:nvSpPr>
        <p:spPr>
          <a:xfrm>
            <a:off x="-6350" y="1331548"/>
            <a:ext cx="3130551" cy="4812304"/>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16" name="Text Placeholder 15">
            <a:extLst>
              <a:ext uri="{FF2B5EF4-FFF2-40B4-BE49-F238E27FC236}">
                <a16:creationId xmlns:a16="http://schemas.microsoft.com/office/drawing/2014/main" id="{E6ED4F0B-36A9-C1D2-C829-FDA15A800F9D}"/>
              </a:ext>
            </a:extLst>
          </p:cNvPr>
          <p:cNvSpPr>
            <a:spLocks noGrp="1"/>
          </p:cNvSpPr>
          <p:nvPr>
            <p:ph type="body" sz="quarter" idx="14" hasCustomPrompt="1"/>
          </p:nvPr>
        </p:nvSpPr>
        <p:spPr>
          <a:xfrm>
            <a:off x="3326296" y="1399117"/>
            <a:ext cx="563754" cy="492443"/>
          </a:xfrm>
        </p:spPr>
        <p:txBody>
          <a:bodyPr wrap="square">
            <a:spAutoFit/>
          </a:bodyPr>
          <a:lstStyle>
            <a:lvl1pPr algn="r">
              <a:defRPr sz="1600">
                <a:latin typeface="Graphik Semibold" panose="020B0703030202060203" pitchFamily="34" charset="0"/>
              </a:defRPr>
            </a:lvl1pPr>
          </a:lstStyle>
          <a:p>
            <a:pPr lvl="0"/>
            <a:r>
              <a:rPr lang="en-US" dirty="0"/>
              <a:t>Click ##</a:t>
            </a:r>
          </a:p>
        </p:txBody>
      </p:sp>
      <p:sp>
        <p:nvSpPr>
          <p:cNvPr id="4" name="Text Placeholder 2">
            <a:extLst>
              <a:ext uri="{FF2B5EF4-FFF2-40B4-BE49-F238E27FC236}">
                <a16:creationId xmlns:a16="http://schemas.microsoft.com/office/drawing/2014/main" id="{E40A9406-C547-1F85-E71D-853495CEBBB9}"/>
              </a:ext>
            </a:extLst>
          </p:cNvPr>
          <p:cNvSpPr>
            <a:spLocks noGrp="1"/>
          </p:cNvSpPr>
          <p:nvPr>
            <p:ph idx="1" hasCustomPrompt="1"/>
          </p:nvPr>
        </p:nvSpPr>
        <p:spPr>
          <a:xfrm>
            <a:off x="4148043" y="139809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7" name="Text Placeholder 15">
            <a:extLst>
              <a:ext uri="{FF2B5EF4-FFF2-40B4-BE49-F238E27FC236}">
                <a16:creationId xmlns:a16="http://schemas.microsoft.com/office/drawing/2014/main" id="{F21C5D35-2D9B-01B4-73C2-EF565E27FB9D}"/>
              </a:ext>
            </a:extLst>
          </p:cNvPr>
          <p:cNvSpPr>
            <a:spLocks noGrp="1"/>
          </p:cNvSpPr>
          <p:nvPr>
            <p:ph type="body" sz="quarter" idx="15" hasCustomPrompt="1"/>
          </p:nvPr>
        </p:nvSpPr>
        <p:spPr>
          <a:xfrm>
            <a:off x="3326296" y="2376037"/>
            <a:ext cx="563754" cy="492443"/>
          </a:xfrm>
        </p:spPr>
        <p:txBody>
          <a:bodyPr wrap="square">
            <a:spAutoFit/>
          </a:bodyPr>
          <a:lstStyle>
            <a:lvl1pPr algn="r">
              <a:defRPr sz="1600">
                <a:latin typeface="Graphik Semibold" panose="020B0703030202060203" pitchFamily="34" charset="0"/>
              </a:defRPr>
            </a:lvl1pPr>
          </a:lstStyle>
          <a:p>
            <a:pPr lvl="0"/>
            <a:r>
              <a:rPr lang="en-US" dirty="0"/>
              <a:t>Click ##</a:t>
            </a:r>
          </a:p>
        </p:txBody>
      </p:sp>
      <p:sp>
        <p:nvSpPr>
          <p:cNvPr id="8" name="Text Placeholder 2">
            <a:extLst>
              <a:ext uri="{FF2B5EF4-FFF2-40B4-BE49-F238E27FC236}">
                <a16:creationId xmlns:a16="http://schemas.microsoft.com/office/drawing/2014/main" id="{C79B9814-F84A-3469-40B8-1C61FBBE11E2}"/>
              </a:ext>
            </a:extLst>
          </p:cNvPr>
          <p:cNvSpPr>
            <a:spLocks noGrp="1"/>
          </p:cNvSpPr>
          <p:nvPr>
            <p:ph idx="11" hasCustomPrompt="1"/>
          </p:nvPr>
        </p:nvSpPr>
        <p:spPr>
          <a:xfrm>
            <a:off x="4148043" y="237523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8" name="Text Placeholder 15">
            <a:extLst>
              <a:ext uri="{FF2B5EF4-FFF2-40B4-BE49-F238E27FC236}">
                <a16:creationId xmlns:a16="http://schemas.microsoft.com/office/drawing/2014/main" id="{731C7DC5-DAD9-9025-120D-FBB8C142A60F}"/>
              </a:ext>
            </a:extLst>
          </p:cNvPr>
          <p:cNvSpPr>
            <a:spLocks noGrp="1"/>
          </p:cNvSpPr>
          <p:nvPr>
            <p:ph type="body" sz="quarter" idx="16" hasCustomPrompt="1"/>
          </p:nvPr>
        </p:nvSpPr>
        <p:spPr>
          <a:xfrm>
            <a:off x="3326296" y="3350384"/>
            <a:ext cx="563754" cy="492443"/>
          </a:xfrm>
        </p:spPr>
        <p:txBody>
          <a:bodyPr wrap="square">
            <a:spAutoFit/>
          </a:bodyPr>
          <a:lstStyle>
            <a:lvl1pPr algn="r">
              <a:defRPr sz="1600">
                <a:latin typeface="Graphik Semibold" panose="020B0703030202060203" pitchFamily="34" charset="0"/>
              </a:defRPr>
            </a:lvl1pPr>
          </a:lstStyle>
          <a:p>
            <a:pPr lvl="0"/>
            <a:r>
              <a:rPr lang="en-US" dirty="0"/>
              <a:t>Click ##</a:t>
            </a:r>
          </a:p>
        </p:txBody>
      </p:sp>
      <p:sp>
        <p:nvSpPr>
          <p:cNvPr id="9" name="Text Placeholder 2">
            <a:extLst>
              <a:ext uri="{FF2B5EF4-FFF2-40B4-BE49-F238E27FC236}">
                <a16:creationId xmlns:a16="http://schemas.microsoft.com/office/drawing/2014/main" id="{DBE139AE-63B6-C2C1-4D09-17C298F69AB6}"/>
              </a:ext>
            </a:extLst>
          </p:cNvPr>
          <p:cNvSpPr>
            <a:spLocks noGrp="1"/>
          </p:cNvSpPr>
          <p:nvPr>
            <p:ph idx="12" hasCustomPrompt="1"/>
          </p:nvPr>
        </p:nvSpPr>
        <p:spPr>
          <a:xfrm>
            <a:off x="4148043" y="3352372"/>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9" name="Text Placeholder 15">
            <a:extLst>
              <a:ext uri="{FF2B5EF4-FFF2-40B4-BE49-F238E27FC236}">
                <a16:creationId xmlns:a16="http://schemas.microsoft.com/office/drawing/2014/main" id="{8EA33AE2-AAF8-CAB9-E244-AD70E24C3EB6}"/>
              </a:ext>
            </a:extLst>
          </p:cNvPr>
          <p:cNvSpPr>
            <a:spLocks noGrp="1"/>
          </p:cNvSpPr>
          <p:nvPr>
            <p:ph type="body" sz="quarter" idx="17" hasCustomPrompt="1"/>
          </p:nvPr>
        </p:nvSpPr>
        <p:spPr>
          <a:xfrm>
            <a:off x="3326296" y="4335521"/>
            <a:ext cx="563754" cy="492443"/>
          </a:xfrm>
        </p:spPr>
        <p:txBody>
          <a:bodyPr wrap="square">
            <a:spAutoFit/>
          </a:bodyPr>
          <a:lstStyle>
            <a:lvl1pPr algn="r">
              <a:defRPr sz="1600">
                <a:latin typeface="Graphik Semibold" panose="020B0703030202060203" pitchFamily="34" charset="0"/>
              </a:defRPr>
            </a:lvl1pPr>
          </a:lstStyle>
          <a:p>
            <a:pPr lvl="0"/>
            <a:r>
              <a:rPr lang="en-US" dirty="0"/>
              <a:t>Click ##</a:t>
            </a:r>
          </a:p>
        </p:txBody>
      </p:sp>
      <p:sp>
        <p:nvSpPr>
          <p:cNvPr id="10" name="Text Placeholder 2">
            <a:extLst>
              <a:ext uri="{FF2B5EF4-FFF2-40B4-BE49-F238E27FC236}">
                <a16:creationId xmlns:a16="http://schemas.microsoft.com/office/drawing/2014/main" id="{F7111FC3-B91A-E597-25A2-DCDF58B1DF3D}"/>
              </a:ext>
            </a:extLst>
          </p:cNvPr>
          <p:cNvSpPr>
            <a:spLocks noGrp="1"/>
          </p:cNvSpPr>
          <p:nvPr>
            <p:ph idx="13" hasCustomPrompt="1"/>
          </p:nvPr>
        </p:nvSpPr>
        <p:spPr>
          <a:xfrm>
            <a:off x="4148043" y="432951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6" name="Text Placeholder 15">
            <a:extLst>
              <a:ext uri="{FF2B5EF4-FFF2-40B4-BE49-F238E27FC236}">
                <a16:creationId xmlns:a16="http://schemas.microsoft.com/office/drawing/2014/main" id="{8EC9E534-1AD8-73C5-C5AC-15F48DA342B1}"/>
              </a:ext>
            </a:extLst>
          </p:cNvPr>
          <p:cNvSpPr>
            <a:spLocks noGrp="1"/>
          </p:cNvSpPr>
          <p:nvPr>
            <p:ph type="body" sz="quarter" idx="19" hasCustomPrompt="1"/>
          </p:nvPr>
        </p:nvSpPr>
        <p:spPr>
          <a:xfrm>
            <a:off x="3326296" y="5307673"/>
            <a:ext cx="563754" cy="492443"/>
          </a:xfrm>
        </p:spPr>
        <p:txBody>
          <a:bodyPr wrap="square">
            <a:spAutoFit/>
          </a:bodyPr>
          <a:lstStyle>
            <a:lvl1pPr algn="r">
              <a:defRPr sz="1600">
                <a:latin typeface="Graphik Semibold" panose="020B0703030202060203" pitchFamily="34" charset="0"/>
              </a:defRPr>
            </a:lvl1pPr>
          </a:lstStyle>
          <a:p>
            <a:pPr lvl="0"/>
            <a:r>
              <a:rPr lang="en-US" dirty="0"/>
              <a:t>Click ##</a:t>
            </a:r>
          </a:p>
        </p:txBody>
      </p:sp>
      <p:sp>
        <p:nvSpPr>
          <p:cNvPr id="5" name="Text Placeholder 2">
            <a:extLst>
              <a:ext uri="{FF2B5EF4-FFF2-40B4-BE49-F238E27FC236}">
                <a16:creationId xmlns:a16="http://schemas.microsoft.com/office/drawing/2014/main" id="{1702F099-923C-04BF-8A6D-959AE146329A}"/>
              </a:ext>
            </a:extLst>
          </p:cNvPr>
          <p:cNvSpPr>
            <a:spLocks noGrp="1"/>
          </p:cNvSpPr>
          <p:nvPr>
            <p:ph idx="18" hasCustomPrompt="1"/>
          </p:nvPr>
        </p:nvSpPr>
        <p:spPr>
          <a:xfrm>
            <a:off x="4148043" y="530665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Tree>
    <p:extLst>
      <p:ext uri="{BB962C8B-B14F-4D97-AF65-F5344CB8AC3E}">
        <p14:creationId xmlns:p14="http://schemas.microsoft.com/office/powerpoint/2010/main" val="1658573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gradient">
    <p:bg>
      <p:bgPr>
        <a:solidFill>
          <a:schemeClr val="accent3"/>
        </a:solidFill>
        <a:effectLst/>
      </p:bgPr>
    </p:bg>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87111667-186F-DD25-9A4B-3608F196AB7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7" name="Title 1">
            <a:extLst>
              <a:ext uri="{FF2B5EF4-FFF2-40B4-BE49-F238E27FC236}">
                <a16:creationId xmlns:a16="http://schemas.microsoft.com/office/drawing/2014/main" id="{2B28B826-EFF3-117E-A205-62F240EBE2CC}"/>
              </a:ext>
            </a:extLst>
          </p:cNvPr>
          <p:cNvSpPr>
            <a:spLocks noGrp="1"/>
          </p:cNvSpPr>
          <p:nvPr>
            <p:ph type="ctrTitle"/>
          </p:nvPr>
        </p:nvSpPr>
        <p:spPr bwMode="white">
          <a:xfrm>
            <a:off x="1182796" y="3776810"/>
            <a:ext cx="5715000" cy="1329595"/>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8" name="Subtitle 2">
            <a:extLst>
              <a:ext uri="{FF2B5EF4-FFF2-40B4-BE49-F238E27FC236}">
                <a16:creationId xmlns:a16="http://schemas.microsoft.com/office/drawing/2014/main" id="{31547BE7-16A3-D21E-ADAC-48D17CDF3008}"/>
              </a:ext>
            </a:extLst>
          </p:cNvPr>
          <p:cNvSpPr>
            <a:spLocks noGrp="1"/>
          </p:cNvSpPr>
          <p:nvPr>
            <p:ph type="subTitle" idx="1" hasCustomPrompt="1"/>
          </p:nvPr>
        </p:nvSpPr>
        <p:spPr bwMode="white">
          <a:xfrm>
            <a:off x="1182796" y="5219056"/>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 name="Text Placeholder 8">
            <a:extLst>
              <a:ext uri="{FF2B5EF4-FFF2-40B4-BE49-F238E27FC236}">
                <a16:creationId xmlns:a16="http://schemas.microsoft.com/office/drawing/2014/main" id="{56C59DBC-B2E5-1892-B37B-68897D161976}"/>
              </a:ext>
            </a:extLst>
          </p:cNvPr>
          <p:cNvSpPr>
            <a:spLocks noGrp="1"/>
          </p:cNvSpPr>
          <p:nvPr>
            <p:ph type="body" sz="quarter" idx="11" hasCustomPrompt="1"/>
          </p:nvPr>
        </p:nvSpPr>
        <p:spPr>
          <a:xfrm>
            <a:off x="1189497" y="2433053"/>
            <a:ext cx="1150956" cy="1231106"/>
          </a:xfrm>
        </p:spPr>
        <p:txBody>
          <a:bodyPr wrap="none" anchor="b">
            <a:spAutoFit/>
          </a:bodyPr>
          <a:lstStyle>
            <a:lvl1pPr>
              <a:defRPr sz="8000">
                <a:latin typeface="Graphik Semibold" panose="020B0703030202060203" pitchFamily="34" charset="0"/>
              </a:defRPr>
            </a:lvl1pPr>
          </a:lstStyle>
          <a:p>
            <a:pPr lvl="0"/>
            <a:r>
              <a:rPr lang="pt-BR" dirty="0"/>
              <a:t>##</a:t>
            </a:r>
            <a:endParaRPr lang="en-AR" dirty="0"/>
          </a:p>
        </p:txBody>
      </p:sp>
      <p:sp>
        <p:nvSpPr>
          <p:cNvPr id="9" name="GTS_WH">
            <a:extLst>
              <a:ext uri="{FF2B5EF4-FFF2-40B4-BE49-F238E27FC236}">
                <a16:creationId xmlns:a16="http://schemas.microsoft.com/office/drawing/2014/main" id="{08C622A3-6AC3-418E-A8AE-75B117754CFC}"/>
              </a:ext>
              <a:ext uri="{C183D7F6-B498-43B3-948B-1728B52AA6E4}">
                <adec:decorative xmlns:adec="http://schemas.microsoft.com/office/drawing/2017/decorative" val="1"/>
              </a:ext>
            </a:extLst>
          </p:cNvPr>
          <p:cNvSpPr>
            <a:spLocks noChangeAspect="1"/>
          </p:cNvSpPr>
          <p:nvPr userDrawn="1"/>
        </p:nvSpPr>
        <p:spPr bwMode="white">
          <a:xfrm>
            <a:off x="10499353" y="5752334"/>
            <a:ext cx="509851" cy="559567"/>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624428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image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3" name="Text Placeholder 8">
            <a:extLst>
              <a:ext uri="{FF2B5EF4-FFF2-40B4-BE49-F238E27FC236}">
                <a16:creationId xmlns:a16="http://schemas.microsoft.com/office/drawing/2014/main" id="{1462BA77-FAF3-D3DC-18C0-2C2257012AB5}"/>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Graphik Semibold" panose="020B0703030202060203" pitchFamily="34" charset="0"/>
              </a:defRPr>
            </a:lvl1pPr>
          </a:lstStyle>
          <a:p>
            <a:pPr lvl="0"/>
            <a:r>
              <a:rPr lang="pt-BR" dirty="0"/>
              <a:t>##</a:t>
            </a:r>
            <a:endParaRPr lang="en-AR" dirty="0"/>
          </a:p>
        </p:txBody>
      </p:sp>
      <p:sp>
        <p:nvSpPr>
          <p:cNvPr id="5" name="Text Placeholder 8">
            <a:extLst>
              <a:ext uri="{FF2B5EF4-FFF2-40B4-BE49-F238E27FC236}">
                <a16:creationId xmlns:a16="http://schemas.microsoft.com/office/drawing/2014/main" id="{772726BC-B615-3428-7DAF-2FCAE36D30B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accent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5362807" y="549275"/>
            <a:ext cx="6278331" cy="5759449"/>
          </a:xfrm>
          <a:prstGeom prst="rect">
            <a:avLst/>
          </a:prstGeom>
          <a:solidFill>
            <a:schemeClr val="tx1">
              <a:lumMod val="95000"/>
            </a:schemeClr>
          </a:solidFill>
        </p:spPr>
        <p:txBody>
          <a:bodyPr tIns="274320" bIns="274320"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16" name="GTS_WH">
            <a:extLst>
              <a:ext uri="{FF2B5EF4-FFF2-40B4-BE49-F238E27FC236}">
                <a16:creationId xmlns:a16="http://schemas.microsoft.com/office/drawing/2014/main" id="{B99510A1-6B22-EF9F-A1BE-64088860C26E}"/>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 name="copyright">
            <a:extLst>
              <a:ext uri="{FF2B5EF4-FFF2-40B4-BE49-F238E27FC236}">
                <a16:creationId xmlns:a16="http://schemas.microsoft.com/office/drawing/2014/main" id="{3BFEEF07-2489-1DF1-A61D-F05EF675680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rgbClr val="FFFFFF">
                    <a:alpha val="75000"/>
                  </a:srgbClr>
                </a:solidFill>
                <a:latin typeface="Graphik" panose="020B0503030202060203" pitchFamily="34" charset="77"/>
              </a:rPr>
              <a:t>Copyright © 2026 Accenture. All rights reserved.</a:t>
            </a:r>
            <a:endParaRPr lang="en-US" sz="1351" noProof="0" dirty="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9017E74-C690-EF85-4C2D-25D3ED0FF55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rgbClr val="FFFFFF">
                  <a:alpha val="75000"/>
                </a:srgbClr>
              </a:solidFill>
              <a:latin typeface="Graphik Semibold" panose="020B0703030202060203" pitchFamily="34" charset="0"/>
            </a:endParaRPr>
          </a:p>
        </p:txBody>
      </p:sp>
    </p:spTree>
    <p:extLst>
      <p:ext uri="{BB962C8B-B14F-4D97-AF65-F5344CB8AC3E}">
        <p14:creationId xmlns:p14="http://schemas.microsoft.com/office/powerpoint/2010/main" val="83659789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divider: image light mo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18E800-DE3F-7813-356B-5ABD491337A5}"/>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1" name="Picture Placeholder 18">
            <a:extLst>
              <a:ext uri="{FF2B5EF4-FFF2-40B4-BE49-F238E27FC236}">
                <a16:creationId xmlns:a16="http://schemas.microsoft.com/office/drawing/2014/main" id="{C1C7CFCC-2C79-7017-C82B-A74A23285174}"/>
              </a:ext>
            </a:extLst>
          </p:cNvPr>
          <p:cNvSpPr>
            <a:spLocks noGrp="1"/>
          </p:cNvSpPr>
          <p:nvPr>
            <p:ph type="pic" sz="quarter" idx="13" hasCustomPrompt="1"/>
          </p:nvPr>
        </p:nvSpPr>
        <p:spPr>
          <a:xfrm>
            <a:off x="5362807" y="549275"/>
            <a:ext cx="6278331" cy="5759449"/>
          </a:xfrm>
          <a:prstGeom prst="rect">
            <a:avLst/>
          </a:prstGeom>
          <a:solidFill>
            <a:schemeClr val="bg1">
              <a:lumMod val="95000"/>
            </a:schemeClr>
          </a:solidFill>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2" name="Text Placeholder 8">
            <a:extLst>
              <a:ext uri="{FF2B5EF4-FFF2-40B4-BE49-F238E27FC236}">
                <a16:creationId xmlns:a16="http://schemas.microsoft.com/office/drawing/2014/main" id="{A631764B-7AB2-0534-6571-AAD04310DAF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bg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3" name="Text Placeholder 8">
            <a:extLst>
              <a:ext uri="{FF2B5EF4-FFF2-40B4-BE49-F238E27FC236}">
                <a16:creationId xmlns:a16="http://schemas.microsoft.com/office/drawing/2014/main" id="{2823CF50-4615-0652-00EC-47F06086B36E}"/>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Graphik Semibold" panose="020B0703030202060203" pitchFamily="34" charset="0"/>
              </a:defRPr>
            </a:lvl1pPr>
          </a:lstStyle>
          <a:p>
            <a:pPr lvl="0"/>
            <a:r>
              <a:rPr lang="pt-BR" dirty="0"/>
              <a:t>##</a:t>
            </a:r>
            <a:endParaRPr lang="en-AR" dirty="0"/>
          </a:p>
        </p:txBody>
      </p:sp>
    </p:spTree>
    <p:extLst>
      <p:ext uri="{BB962C8B-B14F-4D97-AF65-F5344CB8AC3E}">
        <p14:creationId xmlns:p14="http://schemas.microsoft.com/office/powerpoint/2010/main" val="34628648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27667841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title only dark mode">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3999418117"/>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numbered bullets dark mode ">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solidFill>
                <a:schemeClr val="accent5"/>
              </a:solidFill>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20" name="Text Placeholder 4">
            <a:extLst>
              <a:ext uri="{FF2B5EF4-FFF2-40B4-BE49-F238E27FC236}">
                <a16:creationId xmlns:a16="http://schemas.microsoft.com/office/drawing/2014/main" id="{B399DA3F-4572-D252-06D8-F77FDA3E4F31}"/>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1" name="Text Placeholder 9">
            <a:extLst>
              <a:ext uri="{FF2B5EF4-FFF2-40B4-BE49-F238E27FC236}">
                <a16:creationId xmlns:a16="http://schemas.microsoft.com/office/drawing/2014/main" id="{6325E3FE-E322-E468-99F4-AB54161673A1}"/>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2" name="Text Placeholder 4">
            <a:extLst>
              <a:ext uri="{FF2B5EF4-FFF2-40B4-BE49-F238E27FC236}">
                <a16:creationId xmlns:a16="http://schemas.microsoft.com/office/drawing/2014/main" id="{05F341DC-1615-BF26-3E11-E7C93BBCA3BD}"/>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3" name="Text Placeholder 9">
            <a:extLst>
              <a:ext uri="{FF2B5EF4-FFF2-40B4-BE49-F238E27FC236}">
                <a16:creationId xmlns:a16="http://schemas.microsoft.com/office/drawing/2014/main" id="{346A6073-19DD-BFEA-265B-416448C27FF5}"/>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4" name="Text Placeholder 4">
            <a:extLst>
              <a:ext uri="{FF2B5EF4-FFF2-40B4-BE49-F238E27FC236}">
                <a16:creationId xmlns:a16="http://schemas.microsoft.com/office/drawing/2014/main" id="{CC817BB1-741A-B4D2-8998-7808F772A725}"/>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5" name="Text Placeholder 9">
            <a:extLst>
              <a:ext uri="{FF2B5EF4-FFF2-40B4-BE49-F238E27FC236}">
                <a16:creationId xmlns:a16="http://schemas.microsoft.com/office/drawing/2014/main" id="{81E65BC6-F788-3A86-EAB2-5E9C6AA562A6}"/>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6" name="Text Placeholder 4">
            <a:extLst>
              <a:ext uri="{FF2B5EF4-FFF2-40B4-BE49-F238E27FC236}">
                <a16:creationId xmlns:a16="http://schemas.microsoft.com/office/drawing/2014/main" id="{78A59011-034B-A4E1-6C3C-7B8CC2C9083E}"/>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7" name="Text Placeholder 9">
            <a:extLst>
              <a:ext uri="{FF2B5EF4-FFF2-40B4-BE49-F238E27FC236}">
                <a16:creationId xmlns:a16="http://schemas.microsoft.com/office/drawing/2014/main" id="{2995DA47-C5B7-57CE-BB2F-D8DF22C66EEB}"/>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8" name="Text Placeholder 4">
            <a:extLst>
              <a:ext uri="{FF2B5EF4-FFF2-40B4-BE49-F238E27FC236}">
                <a16:creationId xmlns:a16="http://schemas.microsoft.com/office/drawing/2014/main" id="{3791AE70-D198-977B-3194-D99863B9AF2E}"/>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9" name="Text Placeholder 9">
            <a:extLst>
              <a:ext uri="{FF2B5EF4-FFF2-40B4-BE49-F238E27FC236}">
                <a16:creationId xmlns:a16="http://schemas.microsoft.com/office/drawing/2014/main" id="{55334FA3-2E0A-0615-2560-B2DC41B4690C}"/>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0" name="Text Placeholder 4">
            <a:extLst>
              <a:ext uri="{FF2B5EF4-FFF2-40B4-BE49-F238E27FC236}">
                <a16:creationId xmlns:a16="http://schemas.microsoft.com/office/drawing/2014/main" id="{5F5DE397-D6A0-D7D6-85BF-7FE7AFED826E}"/>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1" name="Text Placeholder 9">
            <a:extLst>
              <a:ext uri="{FF2B5EF4-FFF2-40B4-BE49-F238E27FC236}">
                <a16:creationId xmlns:a16="http://schemas.microsoft.com/office/drawing/2014/main" id="{E93286B5-3D1C-B060-1798-83F5D175BF03}"/>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2" name="Text Placeholder 4">
            <a:extLst>
              <a:ext uri="{FF2B5EF4-FFF2-40B4-BE49-F238E27FC236}">
                <a16:creationId xmlns:a16="http://schemas.microsoft.com/office/drawing/2014/main" id="{B84C73AF-390F-770C-CE5B-5193037C14B1}"/>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3" name="Text Placeholder 9">
            <a:extLst>
              <a:ext uri="{FF2B5EF4-FFF2-40B4-BE49-F238E27FC236}">
                <a16:creationId xmlns:a16="http://schemas.microsoft.com/office/drawing/2014/main" id="{C7D3162B-A725-7B11-308B-B829F919CAF0}"/>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4" name="Text Placeholder 4">
            <a:extLst>
              <a:ext uri="{FF2B5EF4-FFF2-40B4-BE49-F238E27FC236}">
                <a16:creationId xmlns:a16="http://schemas.microsoft.com/office/drawing/2014/main" id="{F1036F6C-1EB0-4671-DED0-7D383AB6A059}"/>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5" name="Text Placeholder 9">
            <a:extLst>
              <a:ext uri="{FF2B5EF4-FFF2-40B4-BE49-F238E27FC236}">
                <a16:creationId xmlns:a16="http://schemas.microsoft.com/office/drawing/2014/main" id="{0C635698-D554-679D-6A5E-E4E69ABF662E}"/>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3548074746"/>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numbered bullets light mode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1" name="Text Placeholder 4">
            <a:extLst>
              <a:ext uri="{FF2B5EF4-FFF2-40B4-BE49-F238E27FC236}">
                <a16:creationId xmlns:a16="http://schemas.microsoft.com/office/drawing/2014/main" id="{77491F38-EA5D-D7B9-CAB2-157B785C367F}"/>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2" name="Text Placeholder 9">
            <a:extLst>
              <a:ext uri="{FF2B5EF4-FFF2-40B4-BE49-F238E27FC236}">
                <a16:creationId xmlns:a16="http://schemas.microsoft.com/office/drawing/2014/main" id="{62419F48-27CD-9483-1EC7-3FB199CA40D7}"/>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5" name="Text Placeholder 4">
            <a:extLst>
              <a:ext uri="{FF2B5EF4-FFF2-40B4-BE49-F238E27FC236}">
                <a16:creationId xmlns:a16="http://schemas.microsoft.com/office/drawing/2014/main" id="{08345CBF-50C2-FB65-17ED-3D6DA4271AC9}"/>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6" name="Text Placeholder 9">
            <a:extLst>
              <a:ext uri="{FF2B5EF4-FFF2-40B4-BE49-F238E27FC236}">
                <a16:creationId xmlns:a16="http://schemas.microsoft.com/office/drawing/2014/main" id="{4AFE20C7-1104-B877-56C6-12779547D579}"/>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7" name="Text Placeholder 4">
            <a:extLst>
              <a:ext uri="{FF2B5EF4-FFF2-40B4-BE49-F238E27FC236}">
                <a16:creationId xmlns:a16="http://schemas.microsoft.com/office/drawing/2014/main" id="{888AF1FA-5C2F-7A4F-3490-6716382D7C62}"/>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8" name="Text Placeholder 9">
            <a:extLst>
              <a:ext uri="{FF2B5EF4-FFF2-40B4-BE49-F238E27FC236}">
                <a16:creationId xmlns:a16="http://schemas.microsoft.com/office/drawing/2014/main" id="{270E8484-BCCD-6724-FC4D-BC84FAAE73CC}"/>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9" name="Text Placeholder 4">
            <a:extLst>
              <a:ext uri="{FF2B5EF4-FFF2-40B4-BE49-F238E27FC236}">
                <a16:creationId xmlns:a16="http://schemas.microsoft.com/office/drawing/2014/main" id="{0F859FF9-60D5-2DBD-4D3D-49BD3A4EC22C}"/>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0" name="Text Placeholder 9">
            <a:extLst>
              <a:ext uri="{FF2B5EF4-FFF2-40B4-BE49-F238E27FC236}">
                <a16:creationId xmlns:a16="http://schemas.microsoft.com/office/drawing/2014/main" id="{698D04DC-A35C-18BC-A09D-06ED6125A3FF}"/>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5" name="Text Placeholder 4">
            <a:extLst>
              <a:ext uri="{FF2B5EF4-FFF2-40B4-BE49-F238E27FC236}">
                <a16:creationId xmlns:a16="http://schemas.microsoft.com/office/drawing/2014/main" id="{7AC48787-061F-65B7-CA0E-CA985E032C3F}"/>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6" name="Text Placeholder 9">
            <a:extLst>
              <a:ext uri="{FF2B5EF4-FFF2-40B4-BE49-F238E27FC236}">
                <a16:creationId xmlns:a16="http://schemas.microsoft.com/office/drawing/2014/main" id="{40C38646-2C59-7604-F628-AACD4C03C391}"/>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7" name="Text Placeholder 4">
            <a:extLst>
              <a:ext uri="{FF2B5EF4-FFF2-40B4-BE49-F238E27FC236}">
                <a16:creationId xmlns:a16="http://schemas.microsoft.com/office/drawing/2014/main" id="{08AF3CEC-3718-6D4C-CF1D-F7582BAC7136}"/>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8" name="Text Placeholder 9">
            <a:extLst>
              <a:ext uri="{FF2B5EF4-FFF2-40B4-BE49-F238E27FC236}">
                <a16:creationId xmlns:a16="http://schemas.microsoft.com/office/drawing/2014/main" id="{9BE62818-1BA0-8973-B3E1-B2AA7A6835E1}"/>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5" name="Text Placeholder 4">
            <a:extLst>
              <a:ext uri="{FF2B5EF4-FFF2-40B4-BE49-F238E27FC236}">
                <a16:creationId xmlns:a16="http://schemas.microsoft.com/office/drawing/2014/main" id="{11860888-916F-055D-8C9B-DC5AE56B0E7C}"/>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6" name="Text Placeholder 9">
            <a:extLst>
              <a:ext uri="{FF2B5EF4-FFF2-40B4-BE49-F238E27FC236}">
                <a16:creationId xmlns:a16="http://schemas.microsoft.com/office/drawing/2014/main" id="{6C40C10B-9AA5-FB91-4468-195612A4AAB4}"/>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7" name="Text Placeholder 4">
            <a:extLst>
              <a:ext uri="{FF2B5EF4-FFF2-40B4-BE49-F238E27FC236}">
                <a16:creationId xmlns:a16="http://schemas.microsoft.com/office/drawing/2014/main" id="{E87FBBF5-4C4B-2BA9-7671-182C65D1DBA6}"/>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8" name="Text Placeholder 9">
            <a:extLst>
              <a:ext uri="{FF2B5EF4-FFF2-40B4-BE49-F238E27FC236}">
                <a16:creationId xmlns:a16="http://schemas.microsoft.com/office/drawing/2014/main" id="{E3CD5EEB-45B3-CF04-96A5-62C5367B83CA}"/>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145317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1: light mod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6475EA-05F8-881F-8077-6C5A702451D9}"/>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2" y="1371601"/>
            <a:ext cx="11077726" cy="4757738"/>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23781402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 purple">
    <p:bg>
      <p:bgPr>
        <a:solidFill>
          <a:srgbClr val="450073"/>
        </a:solidFill>
        <a:effectLst/>
      </p:bgPr>
    </p:bg>
    <p:spTree>
      <p:nvGrpSpPr>
        <p:cNvPr id="1" name=""/>
        <p:cNvGrpSpPr/>
        <p:nvPr/>
      </p:nvGrpSpPr>
      <p:grpSpPr>
        <a:xfrm>
          <a:off x="0" y="0"/>
          <a:ext cx="0" cy="0"/>
          <a:chOff x="0" y="0"/>
          <a:chExt cx="0" cy="0"/>
        </a:xfrm>
      </p:grpSpPr>
      <p:sp>
        <p:nvSpPr>
          <p:cNvPr id="11" name="GTS_WH">
            <a:extLst>
              <a:ext uri="{FF2B5EF4-FFF2-40B4-BE49-F238E27FC236}">
                <a16:creationId xmlns:a16="http://schemas.microsoft.com/office/drawing/2014/main" id="{5EFDEB3F-4743-43EA-A121-ED3CB6054C7F}"/>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Text Placeholder 2">
            <a:extLst>
              <a:ext uri="{FF2B5EF4-FFF2-40B4-BE49-F238E27FC236}">
                <a16:creationId xmlns:a16="http://schemas.microsoft.com/office/drawing/2014/main" id="{72BD5E18-7BA8-5728-2FF2-876642FDAD1A}"/>
              </a:ext>
            </a:extLst>
          </p:cNvPr>
          <p:cNvSpPr>
            <a:spLocks noGrp="1"/>
          </p:cNvSpPr>
          <p:nvPr>
            <p:ph idx="1" hasCustomPrompt="1"/>
          </p:nvPr>
        </p:nvSpPr>
        <p:spPr>
          <a:xfrm>
            <a:off x="563411" y="1371601"/>
            <a:ext cx="11077727" cy="4757738"/>
          </a:xfrm>
          <a:prstGeom prst="rect">
            <a:avLst/>
          </a:prstGeom>
        </p:spPr>
        <p:txBody>
          <a:bodyPr vert="horz" lIns="0" tIns="0" rIns="0" bIns="0" rtlCol="0">
            <a:noAutofit/>
          </a:bodyPr>
          <a:lstStyle>
            <a:lvl1pPr>
              <a:defRPr sz="1400" b="0" i="0">
                <a:solidFill>
                  <a:schemeClr val="tx1"/>
                </a:solidFill>
                <a:latin typeface="Graphik" panose="020B0503030202060203" pitchFamily="34" charset="77"/>
              </a:defRPr>
            </a:lvl1pPr>
            <a:lvl2pPr>
              <a:defRPr sz="1400" b="0" i="0">
                <a:solidFill>
                  <a:schemeClr val="tx1"/>
                </a:solidFill>
                <a:latin typeface="Graphik" panose="020B0503030202060203" pitchFamily="34" charset="77"/>
              </a:defRPr>
            </a:lvl2pPr>
            <a:lvl3pPr>
              <a:defRPr sz="1400" b="0" i="0">
                <a:solidFill>
                  <a:schemeClr val="tx1"/>
                </a:solidFill>
                <a:latin typeface="Graphik" panose="020B0503030202060203" pitchFamily="34" charset="77"/>
              </a:defRPr>
            </a:lvl3pPr>
            <a:lvl4pPr>
              <a:defRPr sz="1050" b="0" i="0">
                <a:solidFill>
                  <a:schemeClr val="tx1"/>
                </a:solidFill>
                <a:latin typeface="Graphik" panose="020B0503030202060203" pitchFamily="34" charset="77"/>
              </a:defRPr>
            </a:lvl4pPr>
            <a:lvl5pPr>
              <a:defRPr sz="1050" b="0" i="0">
                <a:solidFill>
                  <a:schemeClr val="tx1"/>
                </a:solidFill>
                <a:latin typeface="Graphik" panose="020B0503030202060203" pitchFamily="34" charset="77"/>
              </a:defRPr>
            </a:lvl5pPr>
            <a:lvl6pPr>
              <a:defRPr sz="1400" b="0" i="0">
                <a:solidFill>
                  <a:schemeClr val="tx1"/>
                </a:solidFill>
                <a:latin typeface="Graphik" panose="020B0503030202060203" pitchFamily="34" charset="77"/>
              </a:defRPr>
            </a:lvl6pPr>
            <a:lvl7pPr>
              <a:defRPr sz="1100" b="0" i="0">
                <a:solidFill>
                  <a:schemeClr val="tx1"/>
                </a:solidFill>
                <a:latin typeface="Graphik" panose="020B0503030202060203" pitchFamily="34" charset="77"/>
              </a:defRPr>
            </a:lvl7pPr>
            <a:lvl9pPr>
              <a:defRPr sz="1100" b="0" i="0">
                <a:solidFill>
                  <a:schemeClr val="tx1"/>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3" name="Title 2">
            <a:extLst>
              <a:ext uri="{FF2B5EF4-FFF2-40B4-BE49-F238E27FC236}">
                <a16:creationId xmlns:a16="http://schemas.microsoft.com/office/drawing/2014/main" id="{45C11A26-2DA7-C2CB-5CA4-C2226E694332}"/>
              </a:ext>
            </a:extLst>
          </p:cNvPr>
          <p:cNvSpPr>
            <a:spLocks noGrp="1"/>
          </p:cNvSpPr>
          <p:nvPr>
            <p:ph type="title"/>
          </p:nvPr>
        </p:nvSpPr>
        <p:spPr>
          <a:xfrm>
            <a:off x="556467" y="572600"/>
            <a:ext cx="11077728" cy="393954"/>
          </a:xfrm>
        </p:spPr>
        <p:txBody>
          <a:bodyPr/>
          <a:lstStyle/>
          <a:p>
            <a:r>
              <a:rPr lang="en-GB"/>
              <a:t>Click to edit Master title style</a:t>
            </a:r>
            <a:endParaRPr lang="en-US"/>
          </a:p>
        </p:txBody>
      </p:sp>
    </p:spTree>
    <p:extLst>
      <p:ext uri="{BB962C8B-B14F-4D97-AF65-F5344CB8AC3E}">
        <p14:creationId xmlns:p14="http://schemas.microsoft.com/office/powerpoint/2010/main" val="283273341"/>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1: dark mode">
    <p:bg>
      <p:bgPr>
        <a:solidFill>
          <a:srgbClr val="000000"/>
        </a:solid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198A5B9C-C3DA-AD99-4E28-C97B8A81C3CC}"/>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1" y="1371601"/>
            <a:ext cx="11084673" cy="4757738"/>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7F75177E-60CD-488F-76CA-383DF4BA8EAB}"/>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9512508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2: light m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C6DC0A-3CA3-F5A5-5E70-94036764CF8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0EC44ACB-E461-9710-1A88-433105BDF5D8}"/>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33276083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2: dark mode">
    <p:bg>
      <p:bgPr>
        <a:solidFill>
          <a:srgbClr val="000000"/>
        </a:solidFill>
        <a:effectLst/>
      </p:bgPr>
    </p:bg>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B73B016-14F1-76F3-AF33-93292F228360}"/>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1" name="Text Placeholder 3">
            <a:extLst>
              <a:ext uri="{FF2B5EF4-FFF2-40B4-BE49-F238E27FC236}">
                <a16:creationId xmlns:a16="http://schemas.microsoft.com/office/drawing/2014/main" id="{0C3F8CBC-7C73-A273-514B-A95005E2DFE9}"/>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BDF14360-0E2D-7FE6-A174-E8EA0610C689}"/>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4029082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2 columns ">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8701463-9442-1142-516A-46496479961A}"/>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Content Placeholder 4">
            <a:extLst>
              <a:ext uri="{FF2B5EF4-FFF2-40B4-BE49-F238E27FC236}">
                <a16:creationId xmlns:a16="http://schemas.microsoft.com/office/drawing/2014/main" id="{6042C45C-90BD-45D8-3274-EC8F9C34884E}"/>
              </a:ext>
            </a:extLst>
          </p:cNvPr>
          <p:cNvSpPr>
            <a:spLocks noGrp="1"/>
          </p:cNvSpPr>
          <p:nvPr>
            <p:ph sz="half" idx="27" hasCustomPrompt="1"/>
          </p:nvPr>
        </p:nvSpPr>
        <p:spPr>
          <a:xfrm>
            <a:off x="6274309"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4741077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2 columns + subtitle">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DD1F44-0234-2D57-4413-4FC6C13C952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 name="Text Placeholder 3">
            <a:extLst>
              <a:ext uri="{FF2B5EF4-FFF2-40B4-BE49-F238E27FC236}">
                <a16:creationId xmlns:a16="http://schemas.microsoft.com/office/drawing/2014/main" id="{A3A63DC6-F1D4-F48E-63CC-C7FB269035DD}"/>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1" name="Content Placeholder 4">
            <a:extLst>
              <a:ext uri="{FF2B5EF4-FFF2-40B4-BE49-F238E27FC236}">
                <a16:creationId xmlns:a16="http://schemas.microsoft.com/office/drawing/2014/main" id="{D1F96AC0-D13D-0E71-5754-A36D3204D2CE}"/>
              </a:ext>
            </a:extLst>
          </p:cNvPr>
          <p:cNvSpPr>
            <a:spLocks noGrp="1"/>
          </p:cNvSpPr>
          <p:nvPr>
            <p:ph sz="half" idx="23" hasCustomPrompt="1"/>
          </p:nvPr>
        </p:nvSpPr>
        <p:spPr>
          <a:xfrm>
            <a:off x="563411"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Content Placeholder 4">
            <a:extLst>
              <a:ext uri="{FF2B5EF4-FFF2-40B4-BE49-F238E27FC236}">
                <a16:creationId xmlns:a16="http://schemas.microsoft.com/office/drawing/2014/main" id="{32746C65-211F-F944-7DC6-636860898795}"/>
              </a:ext>
            </a:extLst>
          </p:cNvPr>
          <p:cNvSpPr>
            <a:spLocks noGrp="1"/>
          </p:cNvSpPr>
          <p:nvPr>
            <p:ph sz="half" idx="27" hasCustomPrompt="1"/>
          </p:nvPr>
        </p:nvSpPr>
        <p:spPr>
          <a:xfrm>
            <a:off x="6274309"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2142615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1 column + imag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E7AEC39-79BA-E7A3-BBD2-6D1623631EAD}"/>
              </a:ext>
            </a:extLst>
          </p:cNvPr>
          <p:cNvSpPr>
            <a:spLocks noGrp="1"/>
          </p:cNvSpPr>
          <p:nvPr>
            <p:ph type="title"/>
          </p:nvPr>
        </p:nvSpPr>
        <p:spPr>
          <a:xfrm>
            <a:off x="556466" y="572600"/>
            <a:ext cx="4958430" cy="393954"/>
          </a:xfrm>
        </p:spPr>
        <p:txBody>
          <a:bodyPr/>
          <a:lstStyle/>
          <a:p>
            <a:r>
              <a:rPr lang="en-GB"/>
              <a:t>Click to edit Master title style</a:t>
            </a:r>
            <a:endParaRPr lang="en-US"/>
          </a:p>
        </p:txBody>
      </p:sp>
      <p:sp>
        <p:nvSpPr>
          <p:cNvPr id="2" name="Text Placeholder 3">
            <a:extLst>
              <a:ext uri="{FF2B5EF4-FFF2-40B4-BE49-F238E27FC236}">
                <a16:creationId xmlns:a16="http://schemas.microsoft.com/office/drawing/2014/main" id="{76AA3A1C-64F6-5ED3-5870-9290D090DB50}"/>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9" name="Text Placeholder 3a">
            <a:extLst>
              <a:ext uri="{FF2B5EF4-FFF2-40B4-BE49-F238E27FC236}">
                <a16:creationId xmlns:a16="http://schemas.microsoft.com/office/drawing/2014/main" id="{5D9B6009-93F7-0EA3-7688-ED060527BD22}"/>
              </a:ext>
            </a:extLst>
          </p:cNvPr>
          <p:cNvSpPr>
            <a:spLocks noGrp="1"/>
          </p:cNvSpPr>
          <p:nvPr>
            <p:ph type="body" idx="22" hasCustomPrompt="1"/>
          </p:nvPr>
        </p:nvSpPr>
        <p:spPr>
          <a:xfrm>
            <a:off x="563411" y="2168501"/>
            <a:ext cx="4951564" cy="632327"/>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a:t>
            </a:r>
            <a:br>
              <a:rPr lang="en-US"/>
            </a:br>
            <a:r>
              <a:rPr lang="en-US"/>
              <a:t>here</a:t>
            </a:r>
          </a:p>
        </p:txBody>
      </p:sp>
      <p:sp>
        <p:nvSpPr>
          <p:cNvPr id="14" name="Content Placeholder 4">
            <a:extLst>
              <a:ext uri="{FF2B5EF4-FFF2-40B4-BE49-F238E27FC236}">
                <a16:creationId xmlns:a16="http://schemas.microsoft.com/office/drawing/2014/main" id="{DD884840-889C-7E2B-A21E-B460E6632A5E}"/>
              </a:ext>
            </a:extLst>
          </p:cNvPr>
          <p:cNvSpPr>
            <a:spLocks noGrp="1"/>
          </p:cNvSpPr>
          <p:nvPr>
            <p:ph sz="half" idx="23" hasCustomPrompt="1"/>
          </p:nvPr>
        </p:nvSpPr>
        <p:spPr>
          <a:xfrm>
            <a:off x="563411" y="2857534"/>
            <a:ext cx="4951564" cy="3247991"/>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Picture Placeholder 10">
            <a:extLst>
              <a:ext uri="{FF2B5EF4-FFF2-40B4-BE49-F238E27FC236}">
                <a16:creationId xmlns:a16="http://schemas.microsoft.com/office/drawing/2014/main" id="{B0AA4D52-B7EF-3A7F-8F6B-EE17D2CD81D7}"/>
              </a:ext>
            </a:extLst>
          </p:cNvPr>
          <p:cNvSpPr>
            <a:spLocks noGrp="1" noChangeAspect="1"/>
          </p:cNvSpPr>
          <p:nvPr>
            <p:ph type="pic" sz="quarter" idx="16"/>
          </p:nvPr>
        </p:nvSpPr>
        <p:spPr>
          <a:xfrm>
            <a:off x="6103368" y="549275"/>
            <a:ext cx="6092648" cy="5759450"/>
          </a:xfrm>
          <a:solidFill>
            <a:schemeClr val="bg1">
              <a:lumMod val="95000"/>
            </a:schemeClr>
          </a:solidFill>
        </p:spPr>
        <p:txBody>
          <a:bodyPr anchor="ctr"/>
          <a:lstStyle>
            <a:lvl1pPr algn="ctr">
              <a:defRPr/>
            </a:lvl1pPr>
          </a:lstStyle>
          <a:p>
            <a:r>
              <a:rPr lang="en-GB"/>
              <a:t>Click icon to add picture</a:t>
            </a:r>
            <a:endParaRPr lang="en-US"/>
          </a:p>
        </p:txBody>
      </p:sp>
    </p:spTree>
    <p:extLst>
      <p:ext uri="{BB962C8B-B14F-4D97-AF65-F5344CB8AC3E}">
        <p14:creationId xmlns:p14="http://schemas.microsoft.com/office/powerpoint/2010/main" val="2816829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BE54C0EC-61DC-B59E-7818-7970359D572F}"/>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829CD64B-978B-B166-4177-22D54438A49F}"/>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4"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3a">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4"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Content Placeholder 4">
            <a:extLst>
              <a:ext uri="{FF2B5EF4-FFF2-40B4-BE49-F238E27FC236}">
                <a16:creationId xmlns:a16="http://schemas.microsoft.com/office/drawing/2014/main" id="{02BA4C27-1C65-4465-A8B1-ACE92701B4D0}"/>
              </a:ext>
            </a:extLst>
          </p:cNvPr>
          <p:cNvSpPr>
            <a:spLocks noGrp="1"/>
          </p:cNvSpPr>
          <p:nvPr>
            <p:ph sz="half" idx="2" hasCustomPrompt="1"/>
          </p:nvPr>
        </p:nvSpPr>
        <p:spPr>
          <a:xfrm>
            <a:off x="561424"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4" name="Text Placeholder 5">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408212"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2" name="Text Placeholder 6">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408212"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3" name="Content Placeholder 7">
            <a:extLst>
              <a:ext uri="{FF2B5EF4-FFF2-40B4-BE49-F238E27FC236}">
                <a16:creationId xmlns:a16="http://schemas.microsoft.com/office/drawing/2014/main" id="{DB26F5FE-8482-4C00-99C1-3FC3BEEE82C8}"/>
              </a:ext>
            </a:extLst>
          </p:cNvPr>
          <p:cNvSpPr>
            <a:spLocks noGrp="1"/>
          </p:cNvSpPr>
          <p:nvPr>
            <p:ph sz="half" idx="20" hasCustomPrompt="1"/>
          </p:nvPr>
        </p:nvSpPr>
        <p:spPr>
          <a:xfrm>
            <a:off x="4408212"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8">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5" name="Text Placeholder 9">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10">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Tree>
    <p:extLst>
      <p:ext uri="{BB962C8B-B14F-4D97-AF65-F5344CB8AC3E}">
        <p14:creationId xmlns:p14="http://schemas.microsoft.com/office/powerpoint/2010/main" val="16465466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DE0ACE9-87AB-DC33-60CB-7857735C0CCC}"/>
              </a:ext>
            </a:extLst>
          </p:cNvPr>
          <p:cNvSpPr>
            <a:spLocks noGrp="1"/>
          </p:cNvSpPr>
          <p:nvPr>
            <p:ph type="title"/>
          </p:nvPr>
        </p:nvSpPr>
        <p:spPr>
          <a:xfrm>
            <a:off x="556467" y="572600"/>
            <a:ext cx="1110921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96979C23-8BE9-7323-535F-C9F3337F59ED}"/>
              </a:ext>
            </a:extLst>
          </p:cNvPr>
          <p:cNvSpPr>
            <a:spLocks noGrp="1"/>
          </p:cNvSpPr>
          <p:nvPr>
            <p:ph type="body" sz="quarter" idx="26" hasCustomPrompt="1"/>
          </p:nvPr>
        </p:nvSpPr>
        <p:spPr>
          <a:xfrm>
            <a:off x="563411" y="1109663"/>
            <a:ext cx="11077727"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1844800"/>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2302000"/>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6" name="Content Placeholder 5">
            <a:extLst>
              <a:ext uri="{FF2B5EF4-FFF2-40B4-BE49-F238E27FC236}">
                <a16:creationId xmlns:a16="http://schemas.microsoft.com/office/drawing/2014/main" id="{3BDC2B1A-D3A0-C04B-AEDB-0389C637EF1A}"/>
              </a:ext>
            </a:extLst>
          </p:cNvPr>
          <p:cNvSpPr>
            <a:spLocks noGrp="1"/>
          </p:cNvSpPr>
          <p:nvPr>
            <p:ph sz="half" idx="28" hasCustomPrompt="1"/>
          </p:nvPr>
        </p:nvSpPr>
        <p:spPr>
          <a:xfrm>
            <a:off x="561427" y="3124961"/>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a:t>
            </a:r>
          </a:p>
          <a:p>
            <a:pPr lvl="5"/>
            <a:r>
              <a:rPr lang="en-US"/>
              <a:t>Sixth level</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3403235"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3403235"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2" name="Content Placeholder 5">
            <a:extLst>
              <a:ext uri="{FF2B5EF4-FFF2-40B4-BE49-F238E27FC236}">
                <a16:creationId xmlns:a16="http://schemas.microsoft.com/office/drawing/2014/main" id="{E79F7D08-14C4-9387-451B-BF223111972A}"/>
              </a:ext>
            </a:extLst>
          </p:cNvPr>
          <p:cNvSpPr>
            <a:spLocks noGrp="1"/>
          </p:cNvSpPr>
          <p:nvPr>
            <p:ph sz="half" idx="36" hasCustomPrompt="1"/>
          </p:nvPr>
        </p:nvSpPr>
        <p:spPr>
          <a:xfrm>
            <a:off x="3403235"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 </a:t>
            </a:r>
          </a:p>
          <a:p>
            <a:pPr lvl="2"/>
            <a:r>
              <a:rPr lang="en-US"/>
              <a:t>Third level</a:t>
            </a:r>
          </a:p>
          <a:p>
            <a:pPr lvl="3"/>
            <a:r>
              <a:rPr lang="en-US"/>
              <a:t>Fourth level</a:t>
            </a:r>
          </a:p>
          <a:p>
            <a:pPr lvl="4"/>
            <a:r>
              <a:rPr lang="en-US"/>
              <a:t>Fifth level</a:t>
            </a:r>
          </a:p>
          <a:p>
            <a:pPr lvl="5"/>
            <a:r>
              <a:rPr lang="en-US"/>
              <a:t>Sixth leve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6245043"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6245043"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5">
            <a:extLst>
              <a:ext uri="{FF2B5EF4-FFF2-40B4-BE49-F238E27FC236}">
                <a16:creationId xmlns:a16="http://schemas.microsoft.com/office/drawing/2014/main" id="{AD7E4C39-2249-402B-D65E-2FB4E6A324A7}"/>
              </a:ext>
            </a:extLst>
          </p:cNvPr>
          <p:cNvSpPr>
            <a:spLocks noGrp="1"/>
          </p:cNvSpPr>
          <p:nvPr>
            <p:ph sz="half" idx="39" hasCustomPrompt="1"/>
          </p:nvPr>
        </p:nvSpPr>
        <p:spPr>
          <a:xfrm>
            <a:off x="6245043"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9086850"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9086850"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6" name="Content Placeholder 5">
            <a:extLst>
              <a:ext uri="{FF2B5EF4-FFF2-40B4-BE49-F238E27FC236}">
                <a16:creationId xmlns:a16="http://schemas.microsoft.com/office/drawing/2014/main" id="{D4259B04-F910-6FD9-9F42-BCED33ECAEA9}"/>
              </a:ext>
            </a:extLst>
          </p:cNvPr>
          <p:cNvSpPr>
            <a:spLocks noGrp="1"/>
          </p:cNvSpPr>
          <p:nvPr>
            <p:ph sz="half" idx="42" hasCustomPrompt="1"/>
          </p:nvPr>
        </p:nvSpPr>
        <p:spPr>
          <a:xfrm>
            <a:off x="9086850"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a:t>
            </a:r>
          </a:p>
          <a:p>
            <a:pPr lvl="4"/>
            <a:r>
              <a:rPr lang="en-US"/>
              <a:t>Fifth level</a:t>
            </a:r>
          </a:p>
          <a:p>
            <a:pPr lvl="5"/>
            <a:r>
              <a:rPr lang="en-US"/>
              <a:t>Sixth level </a:t>
            </a:r>
          </a:p>
        </p:txBody>
      </p:sp>
    </p:spTree>
    <p:extLst>
      <p:ext uri="{BB962C8B-B14F-4D97-AF65-F5344CB8AC3E}">
        <p14:creationId xmlns:p14="http://schemas.microsoft.com/office/powerpoint/2010/main" val="1796704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743A-ADC6-831B-B51D-02359B5DA97F}"/>
              </a:ext>
            </a:extLst>
          </p:cNvPr>
          <p:cNvSpPr>
            <a:spLocks noGrp="1"/>
          </p:cNvSpPr>
          <p:nvPr>
            <p:ph type="title"/>
          </p:nvPr>
        </p:nvSpPr>
        <p:spPr/>
        <p:txBody>
          <a:bodyPr/>
          <a:lstStyle/>
          <a:p>
            <a:r>
              <a:rPr lang="en-GB"/>
              <a:t>Click to edit Master title style</a:t>
            </a:r>
            <a:endParaRPr lang="en-AR"/>
          </a:p>
        </p:txBody>
      </p:sp>
      <p:cxnSp>
        <p:nvCxnSpPr>
          <p:cNvPr id="6" name="Straight Connector 5">
            <a:extLst>
              <a:ext uri="{FF2B5EF4-FFF2-40B4-BE49-F238E27FC236}">
                <a16:creationId xmlns:a16="http://schemas.microsoft.com/office/drawing/2014/main" id="{EE89688D-4CDD-6E55-2855-3448FFAECBE1}"/>
              </a:ext>
            </a:extLst>
          </p:cNvPr>
          <p:cNvCxnSpPr>
            <a:cxnSpLocks/>
          </p:cNvCxnSpPr>
          <p:nvPr userDrawn="1"/>
        </p:nvCxnSpPr>
        <p:spPr>
          <a:xfrm>
            <a:off x="550863" y="2386126"/>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3AD4217-E551-509C-58B9-B95944CCB63E}"/>
              </a:ext>
            </a:extLst>
          </p:cNvPr>
          <p:cNvCxnSpPr>
            <a:cxnSpLocks/>
          </p:cNvCxnSpPr>
          <p:nvPr userDrawn="1"/>
        </p:nvCxnSpPr>
        <p:spPr>
          <a:xfrm>
            <a:off x="550863" y="3393857"/>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 Placeholder 3">
            <a:extLst>
              <a:ext uri="{FF2B5EF4-FFF2-40B4-BE49-F238E27FC236}">
                <a16:creationId xmlns:a16="http://schemas.microsoft.com/office/drawing/2014/main" id="{13E1FBEF-5FF1-E9BB-F6B9-7326BB5CB80A}"/>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38" name="Text Placeholder 3a">
            <a:extLst>
              <a:ext uri="{FF2B5EF4-FFF2-40B4-BE49-F238E27FC236}">
                <a16:creationId xmlns:a16="http://schemas.microsoft.com/office/drawing/2014/main" id="{B9824907-86E3-1531-50ED-112E1C8CF38B}"/>
              </a:ext>
            </a:extLst>
          </p:cNvPr>
          <p:cNvSpPr>
            <a:spLocks noGrp="1"/>
          </p:cNvSpPr>
          <p:nvPr>
            <p:ph type="body" idx="22" hasCustomPrompt="1"/>
          </p:nvPr>
        </p:nvSpPr>
        <p:spPr>
          <a:xfrm>
            <a:off x="563411" y="2527859"/>
            <a:ext cx="2510646" cy="732360"/>
          </a:xfrm>
          <a:prstGeom prst="rect">
            <a:avLst/>
          </a:prstGeom>
        </p:spPr>
        <p:txBody>
          <a:bodyPr anchor="t"/>
          <a:lstStyle>
            <a:lvl1pPr marL="0" indent="0">
              <a:lnSpc>
                <a:spcPct val="90000"/>
              </a:lnSpc>
              <a:spcAft>
                <a:spcPts val="0"/>
              </a:spcAft>
              <a:buNone/>
              <a:defRPr sz="1600" b="0" i="0">
                <a:latin typeface="Graphik Semibold" panose="020B0703030202060203"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Text here</a:t>
            </a:r>
          </a:p>
        </p:txBody>
      </p:sp>
      <p:sp>
        <p:nvSpPr>
          <p:cNvPr id="48" name="Text Placeholder 47">
            <a:extLst>
              <a:ext uri="{FF2B5EF4-FFF2-40B4-BE49-F238E27FC236}">
                <a16:creationId xmlns:a16="http://schemas.microsoft.com/office/drawing/2014/main" id="{F08F731E-CEF1-4878-3FD0-FAD6C27FD39A}"/>
              </a:ext>
            </a:extLst>
          </p:cNvPr>
          <p:cNvSpPr>
            <a:spLocks noGrp="1"/>
          </p:cNvSpPr>
          <p:nvPr>
            <p:ph type="body" sz="quarter" idx="28" hasCustomPrompt="1"/>
          </p:nvPr>
        </p:nvSpPr>
        <p:spPr>
          <a:xfrm>
            <a:off x="4743153" y="252528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0" name="Text Placeholder 3a">
            <a:extLst>
              <a:ext uri="{FF2B5EF4-FFF2-40B4-BE49-F238E27FC236}">
                <a16:creationId xmlns:a16="http://schemas.microsoft.com/office/drawing/2014/main" id="{26505188-6359-30FA-BD41-1EE3AE7460F8}"/>
              </a:ext>
            </a:extLst>
          </p:cNvPr>
          <p:cNvSpPr>
            <a:spLocks noGrp="1"/>
          </p:cNvSpPr>
          <p:nvPr>
            <p:ph type="body" idx="29" hasCustomPrompt="1"/>
          </p:nvPr>
        </p:nvSpPr>
        <p:spPr>
          <a:xfrm>
            <a:off x="9948122" y="252785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52" name="Text Placeholder 3a">
            <a:extLst>
              <a:ext uri="{FF2B5EF4-FFF2-40B4-BE49-F238E27FC236}">
                <a16:creationId xmlns:a16="http://schemas.microsoft.com/office/drawing/2014/main" id="{2F8B0EA0-CACA-263A-C93F-CBC13D1410B5}"/>
              </a:ext>
            </a:extLst>
          </p:cNvPr>
          <p:cNvSpPr>
            <a:spLocks noGrp="1"/>
          </p:cNvSpPr>
          <p:nvPr>
            <p:ph type="body" idx="30" hasCustomPrompt="1"/>
          </p:nvPr>
        </p:nvSpPr>
        <p:spPr>
          <a:xfrm>
            <a:off x="575960" y="3541109"/>
            <a:ext cx="2510646" cy="732360"/>
          </a:xfrm>
          <a:prstGeom prst="rect">
            <a:avLst/>
          </a:prstGeom>
        </p:spPr>
        <p:txBody>
          <a:bodyPr anchor="t"/>
          <a:lstStyle>
            <a:lvl1pPr marL="0" indent="0">
              <a:lnSpc>
                <a:spcPct val="90000"/>
              </a:lnSpc>
              <a:spcAft>
                <a:spcPts val="0"/>
              </a:spcAft>
              <a:buNone/>
              <a:defRPr sz="1600" b="0" i="0">
                <a:latin typeface="Graphik Semibold" panose="020B0703030202060203"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Text here</a:t>
            </a:r>
          </a:p>
        </p:txBody>
      </p:sp>
      <p:cxnSp>
        <p:nvCxnSpPr>
          <p:cNvPr id="53" name="Straight Connector 52">
            <a:extLst>
              <a:ext uri="{FF2B5EF4-FFF2-40B4-BE49-F238E27FC236}">
                <a16:creationId xmlns:a16="http://schemas.microsoft.com/office/drawing/2014/main" id="{6C42FCDB-4459-39E5-63C4-5DCECB1F820C}"/>
              </a:ext>
            </a:extLst>
          </p:cNvPr>
          <p:cNvCxnSpPr>
            <a:cxnSpLocks/>
          </p:cNvCxnSpPr>
          <p:nvPr userDrawn="1"/>
        </p:nvCxnSpPr>
        <p:spPr>
          <a:xfrm>
            <a:off x="563412" y="4412630"/>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 Placeholder 47">
            <a:extLst>
              <a:ext uri="{FF2B5EF4-FFF2-40B4-BE49-F238E27FC236}">
                <a16:creationId xmlns:a16="http://schemas.microsoft.com/office/drawing/2014/main" id="{D9BC5705-EC9D-D2BB-D13E-6DCF41A2CFBA}"/>
              </a:ext>
            </a:extLst>
          </p:cNvPr>
          <p:cNvSpPr>
            <a:spLocks noGrp="1"/>
          </p:cNvSpPr>
          <p:nvPr>
            <p:ph type="body" sz="quarter" idx="31" hasCustomPrompt="1"/>
          </p:nvPr>
        </p:nvSpPr>
        <p:spPr>
          <a:xfrm>
            <a:off x="4755702" y="353853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5" name="Text Placeholder 3a">
            <a:extLst>
              <a:ext uri="{FF2B5EF4-FFF2-40B4-BE49-F238E27FC236}">
                <a16:creationId xmlns:a16="http://schemas.microsoft.com/office/drawing/2014/main" id="{63F87C57-352F-9F6B-1FEC-F82F24A89FD5}"/>
              </a:ext>
            </a:extLst>
          </p:cNvPr>
          <p:cNvSpPr>
            <a:spLocks noGrp="1"/>
          </p:cNvSpPr>
          <p:nvPr>
            <p:ph type="body" idx="32" hasCustomPrompt="1"/>
          </p:nvPr>
        </p:nvSpPr>
        <p:spPr>
          <a:xfrm>
            <a:off x="9960671" y="354110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7" name="Straight Connector 56">
            <a:extLst>
              <a:ext uri="{FF2B5EF4-FFF2-40B4-BE49-F238E27FC236}">
                <a16:creationId xmlns:a16="http://schemas.microsoft.com/office/drawing/2014/main" id="{7691468D-335A-5F09-ECAE-A20FF3432172}"/>
              </a:ext>
            </a:extLst>
          </p:cNvPr>
          <p:cNvCxnSpPr>
            <a:cxnSpLocks/>
          </p:cNvCxnSpPr>
          <p:nvPr userDrawn="1"/>
        </p:nvCxnSpPr>
        <p:spPr>
          <a:xfrm>
            <a:off x="563411" y="5409319"/>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Placeholder 3a">
            <a:extLst>
              <a:ext uri="{FF2B5EF4-FFF2-40B4-BE49-F238E27FC236}">
                <a16:creationId xmlns:a16="http://schemas.microsoft.com/office/drawing/2014/main" id="{6A205F7E-A1D0-35BC-AC88-4EDB1ABA180C}"/>
              </a:ext>
            </a:extLst>
          </p:cNvPr>
          <p:cNvSpPr>
            <a:spLocks noGrp="1"/>
          </p:cNvSpPr>
          <p:nvPr>
            <p:ph type="body" idx="33" hasCustomPrompt="1"/>
          </p:nvPr>
        </p:nvSpPr>
        <p:spPr>
          <a:xfrm>
            <a:off x="575959" y="4543321"/>
            <a:ext cx="2510646" cy="732360"/>
          </a:xfrm>
          <a:prstGeom prst="rect">
            <a:avLst/>
          </a:prstGeom>
        </p:spPr>
        <p:txBody>
          <a:bodyPr anchor="t"/>
          <a:lstStyle>
            <a:lvl1pPr marL="0" indent="0">
              <a:lnSpc>
                <a:spcPct val="90000"/>
              </a:lnSpc>
              <a:spcAft>
                <a:spcPts val="0"/>
              </a:spcAft>
              <a:buNone/>
              <a:defRPr sz="1600" b="0" i="0">
                <a:latin typeface="Graphik Semibold" panose="020B0703030202060203"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Text here</a:t>
            </a:r>
          </a:p>
        </p:txBody>
      </p:sp>
      <p:sp>
        <p:nvSpPr>
          <p:cNvPr id="60" name="Text Placeholder 47">
            <a:extLst>
              <a:ext uri="{FF2B5EF4-FFF2-40B4-BE49-F238E27FC236}">
                <a16:creationId xmlns:a16="http://schemas.microsoft.com/office/drawing/2014/main" id="{976843C5-C03A-A8D3-E5FA-0F07BFBDD774}"/>
              </a:ext>
            </a:extLst>
          </p:cNvPr>
          <p:cNvSpPr>
            <a:spLocks noGrp="1"/>
          </p:cNvSpPr>
          <p:nvPr>
            <p:ph type="body" sz="quarter" idx="34" hasCustomPrompt="1"/>
          </p:nvPr>
        </p:nvSpPr>
        <p:spPr>
          <a:xfrm>
            <a:off x="4755701" y="454074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1" name="Text Placeholder 3a">
            <a:extLst>
              <a:ext uri="{FF2B5EF4-FFF2-40B4-BE49-F238E27FC236}">
                <a16:creationId xmlns:a16="http://schemas.microsoft.com/office/drawing/2014/main" id="{99F72155-DC8E-FD59-347A-8E42F7539245}"/>
              </a:ext>
            </a:extLst>
          </p:cNvPr>
          <p:cNvSpPr>
            <a:spLocks noGrp="1"/>
          </p:cNvSpPr>
          <p:nvPr>
            <p:ph type="body" idx="35" hasCustomPrompt="1"/>
          </p:nvPr>
        </p:nvSpPr>
        <p:spPr>
          <a:xfrm>
            <a:off x="9960670" y="454332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2" name="Text Placeholder 3a">
            <a:extLst>
              <a:ext uri="{FF2B5EF4-FFF2-40B4-BE49-F238E27FC236}">
                <a16:creationId xmlns:a16="http://schemas.microsoft.com/office/drawing/2014/main" id="{46463B47-CA2F-FBD9-29CC-24F465D0AE42}"/>
              </a:ext>
            </a:extLst>
          </p:cNvPr>
          <p:cNvSpPr>
            <a:spLocks noGrp="1"/>
          </p:cNvSpPr>
          <p:nvPr>
            <p:ph type="body" idx="36" hasCustomPrompt="1"/>
          </p:nvPr>
        </p:nvSpPr>
        <p:spPr>
          <a:xfrm>
            <a:off x="588508" y="5556571"/>
            <a:ext cx="2510646" cy="732360"/>
          </a:xfrm>
          <a:prstGeom prst="rect">
            <a:avLst/>
          </a:prstGeom>
        </p:spPr>
        <p:txBody>
          <a:bodyPr anchor="t"/>
          <a:lstStyle>
            <a:lvl1pPr marL="0" indent="0">
              <a:lnSpc>
                <a:spcPct val="90000"/>
              </a:lnSpc>
              <a:spcAft>
                <a:spcPts val="0"/>
              </a:spcAft>
              <a:buNone/>
              <a:defRPr sz="1600" b="0" i="0">
                <a:latin typeface="Graphik Semibold" panose="020B0703030202060203"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Text here</a:t>
            </a:r>
          </a:p>
        </p:txBody>
      </p:sp>
      <p:sp>
        <p:nvSpPr>
          <p:cNvPr id="64" name="Text Placeholder 47">
            <a:extLst>
              <a:ext uri="{FF2B5EF4-FFF2-40B4-BE49-F238E27FC236}">
                <a16:creationId xmlns:a16="http://schemas.microsoft.com/office/drawing/2014/main" id="{AE0584A6-3ABE-9106-5EC5-8BBE05F01F0E}"/>
              </a:ext>
            </a:extLst>
          </p:cNvPr>
          <p:cNvSpPr>
            <a:spLocks noGrp="1"/>
          </p:cNvSpPr>
          <p:nvPr>
            <p:ph type="body" sz="quarter" idx="37" hasCustomPrompt="1"/>
          </p:nvPr>
        </p:nvSpPr>
        <p:spPr>
          <a:xfrm>
            <a:off x="4768250" y="555399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5" name="Text Placeholder 3a">
            <a:extLst>
              <a:ext uri="{FF2B5EF4-FFF2-40B4-BE49-F238E27FC236}">
                <a16:creationId xmlns:a16="http://schemas.microsoft.com/office/drawing/2014/main" id="{670F6FAD-5A3C-11EB-6E81-8B16B52F81EF}"/>
              </a:ext>
            </a:extLst>
          </p:cNvPr>
          <p:cNvSpPr>
            <a:spLocks noGrp="1"/>
          </p:cNvSpPr>
          <p:nvPr>
            <p:ph type="body" idx="38" hasCustomPrompt="1"/>
          </p:nvPr>
        </p:nvSpPr>
        <p:spPr>
          <a:xfrm>
            <a:off x="9973219" y="555657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Tree>
    <p:extLst>
      <p:ext uri="{BB962C8B-B14F-4D97-AF65-F5344CB8AC3E}">
        <p14:creationId xmlns:p14="http://schemas.microsoft.com/office/powerpoint/2010/main" val="2286054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spli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0" y="0"/>
            <a:ext cx="4876801"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8" y="572600"/>
            <a:ext cx="3984536" cy="787908"/>
          </a:xfrm>
        </p:spPr>
        <p:txBody>
          <a:bodyPr/>
          <a:lstStyle>
            <a:lvl1pPr>
              <a:defRPr>
                <a:solidFill>
                  <a:schemeClr val="bg1"/>
                </a:solidFill>
              </a:defRPr>
            </a:lvl1pPr>
          </a:lstStyle>
          <a:p>
            <a:r>
              <a:rPr lang="en-GB"/>
              <a:t>Click to edit Master title style</a:t>
            </a:r>
            <a:endParaRPr lang="en-US"/>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550488"/>
          </a:xfrm>
          <a:prstGeom prst="rect">
            <a:avLst/>
          </a:prstGeom>
        </p:spPr>
        <p:txBody>
          <a:bodyPr anchor="t"/>
          <a:lstStyle>
            <a:lvl1pPr marL="0" indent="0">
              <a:lnSpc>
                <a:spcPct val="90000"/>
              </a:lnSpc>
              <a:spcAft>
                <a:spcPts val="0"/>
              </a:spcAft>
              <a:buNone/>
              <a:defRPr sz="1600" b="0" i="0">
                <a:solidFill>
                  <a:schemeClr val="accent2"/>
                </a:solidFill>
                <a:latin typeface="Graphik Semibold" panose="020B0703030202060203"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598336"/>
            <a:ext cx="3148429" cy="3512832"/>
          </a:xfrm>
        </p:spPr>
        <p:txBody>
          <a:bodyPr/>
          <a:lstStyle>
            <a:lvl1pPr>
              <a:defRPr lang="en-US" sz="12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3" name="GTS_WH">
            <a:extLst>
              <a:ext uri="{FF2B5EF4-FFF2-40B4-BE49-F238E27FC236}">
                <a16:creationId xmlns:a16="http://schemas.microsoft.com/office/drawing/2014/main" id="{CE15062E-1BE5-ECEF-BF47-4CDD412B3BA7}"/>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8924775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list + image">
    <p:spTree>
      <p:nvGrpSpPr>
        <p:cNvPr id="1" name=""/>
        <p:cNvGrpSpPr/>
        <p:nvPr/>
      </p:nvGrpSpPr>
      <p:grpSpPr>
        <a:xfrm>
          <a:off x="0" y="0"/>
          <a:ext cx="0" cy="0"/>
          <a:chOff x="0" y="0"/>
          <a:chExt cx="0" cy="0"/>
        </a:xfrm>
      </p:grpSpPr>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3998977"/>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4456176"/>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Text Placeholder 3">
            <a:extLst>
              <a:ext uri="{FF2B5EF4-FFF2-40B4-BE49-F238E27FC236}">
                <a16:creationId xmlns:a16="http://schemas.microsoft.com/office/drawing/2014/main" id="{B85B306C-DA4C-EE64-1727-749659F0A793}"/>
              </a:ext>
            </a:extLst>
          </p:cNvPr>
          <p:cNvSpPr>
            <a:spLocks noGrp="1"/>
          </p:cNvSpPr>
          <p:nvPr>
            <p:ph type="body" sz="quarter" idx="11" hasCustomPrompt="1"/>
          </p:nvPr>
        </p:nvSpPr>
        <p:spPr>
          <a:xfrm>
            <a:off x="563411" y="2472896"/>
            <a:ext cx="5171607" cy="384048"/>
          </a:xfrm>
          <a:prstGeom prst="rect">
            <a:avLst/>
          </a:prstGeom>
        </p:spPr>
        <p:txBody>
          <a:bodyPr anchor="t"/>
          <a:lstStyle>
            <a:lvl1pPr marL="0" indent="0">
              <a:spcAft>
                <a:spcPts val="0"/>
              </a:spcAft>
              <a:buNone/>
              <a:defRPr lang="en-US" sz="1800" b="0" i="0" kern="1200">
                <a:solidFill>
                  <a:schemeClr val="tx1"/>
                </a:solidFill>
                <a:latin typeface="Graphik" panose="020B0503030202060203" pitchFamily="34" charset="77"/>
                <a:ea typeface="+mn-ea"/>
                <a:cs typeface="+mn-cs"/>
              </a:defRPr>
            </a:lvl1pPr>
          </a:lstStyle>
          <a:p>
            <a:pPr marL="0" lvl="0" indent="0" algn="l" defTabSz="228594" rtl="0" eaLnBrk="1" latinLnBrk="0" hangingPunct="1">
              <a:lnSpc>
                <a:spcPct val="100000"/>
              </a:lnSpc>
              <a:spcBef>
                <a:spcPts val="0"/>
              </a:spcBef>
              <a:spcAft>
                <a:spcPts val="0"/>
              </a:spcAft>
              <a:buFont typeface="Arial" panose="020B0604020202020204" pitchFamily="34" charset="0"/>
              <a:buNone/>
            </a:pPr>
            <a:r>
              <a:rPr lang="en-GB"/>
              <a:t>Place subtitle here in </a:t>
            </a:r>
            <a:r>
              <a:rPr lang="en-GB" err="1"/>
              <a:t>Graphik</a:t>
            </a:r>
            <a:endParaRPr lang="en-US"/>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2843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2843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5118171"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5125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7407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7407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 name="Title 1">
            <a:extLst>
              <a:ext uri="{FF2B5EF4-FFF2-40B4-BE49-F238E27FC236}">
                <a16:creationId xmlns:a16="http://schemas.microsoft.com/office/drawing/2014/main" id="{2A8000A6-6DCD-FF31-392B-5CD7870A0353}"/>
              </a:ext>
            </a:extLst>
          </p:cNvPr>
          <p:cNvSpPr>
            <a:spLocks noGrp="1"/>
          </p:cNvSpPr>
          <p:nvPr>
            <p:ph type="title"/>
          </p:nvPr>
        </p:nvSpPr>
        <p:spPr>
          <a:xfrm>
            <a:off x="554568" y="1515429"/>
            <a:ext cx="5175672" cy="886396"/>
          </a:xfrm>
        </p:spPr>
        <p:txBody>
          <a:bodyPr anchor="b"/>
          <a:lstStyle/>
          <a:p>
            <a:r>
              <a:rPr lang="en-GB"/>
              <a:t>Click to edit Master title style</a:t>
            </a:r>
            <a:endParaRPr lang="en-US"/>
          </a:p>
        </p:txBody>
      </p:sp>
      <p:sp>
        <p:nvSpPr>
          <p:cNvPr id="6" name="Picture Placeholder 5">
            <a:extLst>
              <a:ext uri="{FF2B5EF4-FFF2-40B4-BE49-F238E27FC236}">
                <a16:creationId xmlns:a16="http://schemas.microsoft.com/office/drawing/2014/main" id="{5783FD05-DB3B-FD57-46A5-ACA36397CBF3}"/>
              </a:ext>
            </a:extLst>
          </p:cNvPr>
          <p:cNvSpPr>
            <a:spLocks noGrp="1"/>
          </p:cNvSpPr>
          <p:nvPr>
            <p:ph type="pic" sz="quarter" idx="42"/>
          </p:nvPr>
        </p:nvSpPr>
        <p:spPr>
          <a:xfrm>
            <a:off x="6692901" y="0"/>
            <a:ext cx="5499100" cy="3429000"/>
          </a:xfrm>
          <a:solidFill>
            <a:schemeClr val="bg1">
              <a:lumMod val="95000"/>
            </a:schemeClr>
          </a:solidFill>
        </p:spPr>
        <p:txBody>
          <a:bodyPr anchor="ctr"/>
          <a:lstStyle>
            <a:lvl1pPr algn="ctr">
              <a:defRPr/>
            </a:lvl1pPr>
          </a:lstStyle>
          <a:p>
            <a:r>
              <a:rPr lang="en-GB"/>
              <a:t>Click icon to add picture</a:t>
            </a:r>
            <a:endParaRPr lang="en-US"/>
          </a:p>
        </p:txBody>
      </p:sp>
      <p:sp>
        <p:nvSpPr>
          <p:cNvPr id="7" name="Text Placeholder 3">
            <a:extLst>
              <a:ext uri="{FF2B5EF4-FFF2-40B4-BE49-F238E27FC236}">
                <a16:creationId xmlns:a16="http://schemas.microsoft.com/office/drawing/2014/main" id="{636E3600-1199-1547-D313-449C38319BD9}"/>
              </a:ext>
            </a:extLst>
          </p:cNvPr>
          <p:cNvSpPr>
            <a:spLocks noGrp="1"/>
          </p:cNvSpPr>
          <p:nvPr>
            <p:ph type="body" idx="43" hasCustomPrompt="1"/>
          </p:nvPr>
        </p:nvSpPr>
        <p:spPr>
          <a:xfrm>
            <a:off x="9689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8" name="Text Placeholder 4">
            <a:extLst>
              <a:ext uri="{FF2B5EF4-FFF2-40B4-BE49-F238E27FC236}">
                <a16:creationId xmlns:a16="http://schemas.microsoft.com/office/drawing/2014/main" id="{3D84B231-1D63-35B5-7ECE-7094A7C3BD42}"/>
              </a:ext>
            </a:extLst>
          </p:cNvPr>
          <p:cNvSpPr>
            <a:spLocks noGrp="1"/>
          </p:cNvSpPr>
          <p:nvPr>
            <p:ph type="body" idx="44" hasCustomPrompt="1"/>
          </p:nvPr>
        </p:nvSpPr>
        <p:spPr>
          <a:xfrm>
            <a:off x="9689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Tree>
    <p:extLst>
      <p:ext uri="{BB962C8B-B14F-4D97-AF65-F5344CB8AC3E}">
        <p14:creationId xmlns:p14="http://schemas.microsoft.com/office/powerpoint/2010/main" val="6879428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7" y="572600"/>
            <a:ext cx="6757704" cy="393954"/>
          </a:xfrm>
        </p:spPr>
        <p:txBody>
          <a:bodyPr/>
          <a:lstStyle/>
          <a:p>
            <a:r>
              <a:rPr lang="en-GB"/>
              <a:t>Click to edit Master title style</a:t>
            </a:r>
            <a:endParaRPr lang="en-US"/>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7" name="Text Placeholder 47">
            <a:extLst>
              <a:ext uri="{FF2B5EF4-FFF2-40B4-BE49-F238E27FC236}">
                <a16:creationId xmlns:a16="http://schemas.microsoft.com/office/drawing/2014/main" id="{8ED52606-50DB-73E6-95EA-D88B274B22CD}"/>
              </a:ext>
            </a:extLst>
          </p:cNvPr>
          <p:cNvSpPr>
            <a:spLocks noGrp="1"/>
          </p:cNvSpPr>
          <p:nvPr>
            <p:ph type="body" sz="quarter" idx="30" hasCustomPrompt="1"/>
          </p:nvPr>
        </p:nvSpPr>
        <p:spPr>
          <a:xfrm>
            <a:off x="4135240"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8" name="Text Placeholder 3a">
            <a:extLst>
              <a:ext uri="{FF2B5EF4-FFF2-40B4-BE49-F238E27FC236}">
                <a16:creationId xmlns:a16="http://schemas.microsoft.com/office/drawing/2014/main" id="{AA248D68-4226-2C8B-DAF1-EBBE3A60A940}"/>
              </a:ext>
            </a:extLst>
          </p:cNvPr>
          <p:cNvSpPr>
            <a:spLocks noGrp="1"/>
          </p:cNvSpPr>
          <p:nvPr>
            <p:ph type="body" idx="31" hasCustomPrompt="1"/>
          </p:nvPr>
        </p:nvSpPr>
        <p:spPr>
          <a:xfrm>
            <a:off x="4135240"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028703" y="6429853"/>
            <a:ext cx="240129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Tree>
    <p:extLst>
      <p:ext uri="{BB962C8B-B14F-4D97-AF65-F5344CB8AC3E}">
        <p14:creationId xmlns:p14="http://schemas.microsoft.com/office/powerpoint/2010/main" val="33923960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1 column + split">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871331"/>
            <a:ext cx="6898434" cy="4258007"/>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8" name="Title 2">
            <a:extLst>
              <a:ext uri="{FF2B5EF4-FFF2-40B4-BE49-F238E27FC236}">
                <a16:creationId xmlns:a16="http://schemas.microsoft.com/office/drawing/2014/main" id="{5D3D732C-3732-CD02-EAC3-668BD05D5AF0}"/>
              </a:ext>
            </a:extLst>
          </p:cNvPr>
          <p:cNvSpPr>
            <a:spLocks noGrp="1"/>
          </p:cNvSpPr>
          <p:nvPr>
            <p:ph type="title"/>
          </p:nvPr>
        </p:nvSpPr>
        <p:spPr>
          <a:xfrm>
            <a:off x="556467" y="572600"/>
            <a:ext cx="6898434" cy="393954"/>
          </a:xfrm>
        </p:spPr>
        <p:txBody>
          <a:bodyPr/>
          <a:lstStyle/>
          <a:p>
            <a:r>
              <a:rPr lang="en-GB"/>
              <a:t>Click to edit Master title style</a:t>
            </a:r>
            <a:endParaRPr lang="en-US"/>
          </a:p>
        </p:txBody>
      </p:sp>
      <p:sp>
        <p:nvSpPr>
          <p:cNvPr id="3" name="Text Placeholder 47">
            <a:extLst>
              <a:ext uri="{FF2B5EF4-FFF2-40B4-BE49-F238E27FC236}">
                <a16:creationId xmlns:a16="http://schemas.microsoft.com/office/drawing/2014/main" id="{48660C5F-04AB-D437-8D1D-398DD42B6654}"/>
              </a:ext>
            </a:extLst>
          </p:cNvPr>
          <p:cNvSpPr>
            <a:spLocks noGrp="1"/>
          </p:cNvSpPr>
          <p:nvPr>
            <p:ph type="body" sz="quarter" idx="28" hasCustomPrompt="1"/>
          </p:nvPr>
        </p:nvSpPr>
        <p:spPr>
          <a:xfrm>
            <a:off x="8492709" y="2254789"/>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9" name="Text Placeholder 47">
            <a:extLst>
              <a:ext uri="{FF2B5EF4-FFF2-40B4-BE49-F238E27FC236}">
                <a16:creationId xmlns:a16="http://schemas.microsoft.com/office/drawing/2014/main" id="{87445057-4F7B-3130-60F5-D78783A22201}"/>
              </a:ext>
            </a:extLst>
          </p:cNvPr>
          <p:cNvSpPr>
            <a:spLocks noGrp="1"/>
          </p:cNvSpPr>
          <p:nvPr>
            <p:ph type="body" sz="quarter" idx="29" hasCustomPrompt="1"/>
          </p:nvPr>
        </p:nvSpPr>
        <p:spPr>
          <a:xfrm>
            <a:off x="8492709" y="3223267"/>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10" name="Text Placeholder 47">
            <a:extLst>
              <a:ext uri="{FF2B5EF4-FFF2-40B4-BE49-F238E27FC236}">
                <a16:creationId xmlns:a16="http://schemas.microsoft.com/office/drawing/2014/main" id="{7153D109-A742-E656-63F7-1203E6EBAA15}"/>
              </a:ext>
            </a:extLst>
          </p:cNvPr>
          <p:cNvSpPr>
            <a:spLocks noGrp="1"/>
          </p:cNvSpPr>
          <p:nvPr>
            <p:ph type="body" sz="quarter" idx="30" hasCustomPrompt="1"/>
          </p:nvPr>
        </p:nvSpPr>
        <p:spPr>
          <a:xfrm>
            <a:off x="8492709" y="4191745"/>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6" name="copyright">
            <a:extLst>
              <a:ext uri="{FF2B5EF4-FFF2-40B4-BE49-F238E27FC236}">
                <a16:creationId xmlns:a16="http://schemas.microsoft.com/office/drawing/2014/main" id="{C773503D-16B0-06FF-353B-F4C73BE165A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11" name="slide number automatic">
            <a:extLst>
              <a:ext uri="{FF2B5EF4-FFF2-40B4-BE49-F238E27FC236}">
                <a16:creationId xmlns:a16="http://schemas.microsoft.com/office/drawing/2014/main" id="{922D4837-A73E-8289-1E8F-AD0D5C3080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Tree>
    <p:extLst>
      <p:ext uri="{BB962C8B-B14F-4D97-AF65-F5344CB8AC3E}">
        <p14:creationId xmlns:p14="http://schemas.microsoft.com/office/powerpoint/2010/main" val="12818249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image + white mode">
    <p:bg>
      <p:bgPr>
        <a:solidFill>
          <a:schemeClr val="bg1"/>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1A550722-1BF3-D08F-D5F2-F357EE4FD5A8}"/>
              </a:ext>
            </a:extLst>
          </p:cNvPr>
          <p:cNvSpPr>
            <a:spLocks noGrp="1"/>
          </p:cNvSpPr>
          <p:nvPr>
            <p:ph type="title" hasCustomPrompt="1"/>
          </p:nvPr>
        </p:nvSpPr>
        <p:spPr>
          <a:xfrm>
            <a:off x="1163638" y="3033307"/>
            <a:ext cx="4489017" cy="398699"/>
          </a:xfrm>
          <a:prstGeom prst="rect">
            <a:avLst/>
          </a:prstGeom>
        </p:spPr>
        <p:txBody>
          <a:bodyPr anchor="ctr"/>
          <a:lstStyle>
            <a:lvl1pPr>
              <a:lnSpc>
                <a:spcPct val="100000"/>
              </a:lnSpc>
              <a:defRPr lang="en-US" sz="3200" b="0" i="0" kern="1200">
                <a:solidFill>
                  <a:schemeClr val="tx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29256795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ote: image + dark mode">
    <p:bg>
      <p:bgPr>
        <a:solidFill>
          <a:srgbClr val="000000"/>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Title 1">
            <a:extLst>
              <a:ext uri="{FF2B5EF4-FFF2-40B4-BE49-F238E27FC236}">
                <a16:creationId xmlns:a16="http://schemas.microsoft.com/office/drawing/2014/main" id="{4D0BE08F-518C-6621-8CFD-4A6B4150BC57}"/>
              </a:ext>
            </a:extLst>
          </p:cNvPr>
          <p:cNvSpPr>
            <a:spLocks noGrp="1"/>
          </p:cNvSpPr>
          <p:nvPr>
            <p:ph type="title" hasCustomPrompt="1"/>
          </p:nvPr>
        </p:nvSpPr>
        <p:spPr>
          <a:xfrm>
            <a:off x="1163638" y="1244185"/>
            <a:ext cx="4489017" cy="39769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3" name="copyright">
            <a:extLst>
              <a:ext uri="{FF2B5EF4-FFF2-40B4-BE49-F238E27FC236}">
                <a16:creationId xmlns:a16="http://schemas.microsoft.com/office/drawing/2014/main" id="{CDD1F25F-57C8-B39C-4928-D5758551C5BE}"/>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5E3D15D-8C37-9915-8ED3-632625C6F4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Tree>
    <p:extLst>
      <p:ext uri="{BB962C8B-B14F-4D97-AF65-F5344CB8AC3E}">
        <p14:creationId xmlns:p14="http://schemas.microsoft.com/office/powerpoint/2010/main" val="6666535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ote: image + gradient">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A383F73A-0DDB-6544-ADBF-6FC2D5357A9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1" name="Picture Placeholder 10">
            <a:extLst>
              <a:ext uri="{FF2B5EF4-FFF2-40B4-BE49-F238E27FC236}">
                <a16:creationId xmlns:a16="http://schemas.microsoft.com/office/drawing/2014/main" id="{C176B75E-8527-3123-1BF5-5C5B849F38C1}"/>
              </a:ext>
            </a:extLst>
          </p:cNvPr>
          <p:cNvSpPr>
            <a:spLocks noGrp="1" noChangeAspect="1"/>
          </p:cNvSpPr>
          <p:nvPr>
            <p:ph type="pic" sz="quarter" idx="16"/>
          </p:nvPr>
        </p:nvSpPr>
        <p:spPr>
          <a:xfrm>
            <a:off x="6103368" y="549275"/>
            <a:ext cx="6092648"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copyright">
            <a:extLst>
              <a:ext uri="{FF2B5EF4-FFF2-40B4-BE49-F238E27FC236}">
                <a16:creationId xmlns:a16="http://schemas.microsoft.com/office/drawing/2014/main" id="{9A332159-0514-2C2D-4B40-662BCE968BE7}"/>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2250694F-F294-16BF-824E-C65B31D7824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
        <p:nvSpPr>
          <p:cNvPr id="2" name="Title 1">
            <a:extLst>
              <a:ext uri="{FF2B5EF4-FFF2-40B4-BE49-F238E27FC236}">
                <a16:creationId xmlns:a16="http://schemas.microsoft.com/office/drawing/2014/main" id="{0B7292A3-796A-5092-2636-A42C4142BA0C}"/>
              </a:ext>
            </a:extLst>
          </p:cNvPr>
          <p:cNvSpPr>
            <a:spLocks noGrp="1"/>
          </p:cNvSpPr>
          <p:nvPr>
            <p:ph type="title" hasCustomPrompt="1"/>
          </p:nvPr>
        </p:nvSpPr>
        <p:spPr>
          <a:xfrm>
            <a:off x="1163638" y="1319135"/>
            <a:ext cx="4489017" cy="38270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11575130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key message + image, light m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54568" y="2838703"/>
            <a:ext cx="5098087" cy="787908"/>
          </a:xfrm>
          <a:prstGeom prst="rect">
            <a:avLst/>
          </a:prstGeom>
        </p:spPr>
        <p:txBody>
          <a:bodyPr anchor="ctr"/>
          <a:lstStyle>
            <a:lvl1pPr>
              <a:defRPr sz="3200" b="0" i="0">
                <a:solidFill>
                  <a:schemeClr val="tx1"/>
                </a:solidFill>
                <a:latin typeface="+mn-lt"/>
              </a:defRPr>
            </a:lvl1pPr>
          </a:lstStyle>
          <a:p>
            <a:r>
              <a:rPr lang="en-US"/>
              <a:t>Place quote or key message here</a:t>
            </a:r>
          </a:p>
        </p:txBody>
      </p:sp>
      <p:sp>
        <p:nvSpPr>
          <p:cNvPr id="3" name="Picture Placeholder 18">
            <a:extLst>
              <a:ext uri="{FF2B5EF4-FFF2-40B4-BE49-F238E27FC236}">
                <a16:creationId xmlns:a16="http://schemas.microsoft.com/office/drawing/2014/main" id="{65F763E4-6449-FB61-1EC3-49C208D39CBF}"/>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74203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key message + image, gradient">
    <p:spTree>
      <p:nvGrpSpPr>
        <p:cNvPr id="1" name=""/>
        <p:cNvGrpSpPr/>
        <p:nvPr/>
      </p:nvGrpSpPr>
      <p:grpSpPr>
        <a:xfrm>
          <a:off x="0" y="0"/>
          <a:ext cx="0" cy="0"/>
          <a:chOff x="0" y="0"/>
          <a:chExt cx="0" cy="0"/>
        </a:xfrm>
      </p:grpSpPr>
      <p:pic>
        <p:nvPicPr>
          <p:cNvPr id="2" name="Picture 1" descr="A purple and white blurry background&#10;&#10;AI-generated content may be incorrect.">
            <a:extLst>
              <a:ext uri="{FF2B5EF4-FFF2-40B4-BE49-F238E27FC236}">
                <a16:creationId xmlns:a16="http://schemas.microsoft.com/office/drawing/2014/main" id="{9BD1E420-1BB8-094F-77D8-F027430B17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Picture Placeholder 18">
            <a:extLst>
              <a:ext uri="{FF2B5EF4-FFF2-40B4-BE49-F238E27FC236}">
                <a16:creationId xmlns:a16="http://schemas.microsoft.com/office/drawing/2014/main" id="{9AA3B26C-CA7F-B4DF-EE34-75C3462C65F7}"/>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3" name="copyright">
            <a:extLst>
              <a:ext uri="{FF2B5EF4-FFF2-40B4-BE49-F238E27FC236}">
                <a16:creationId xmlns:a16="http://schemas.microsoft.com/office/drawing/2014/main" id="{8D5BD53D-6FAE-CF38-36EC-5B6A69250BA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0F9A526-39EE-8272-4753-D784C27C5191}"/>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
        <p:nvSpPr>
          <p:cNvPr id="11" name="Title 1">
            <a:extLst>
              <a:ext uri="{FF2B5EF4-FFF2-40B4-BE49-F238E27FC236}">
                <a16:creationId xmlns:a16="http://schemas.microsoft.com/office/drawing/2014/main" id="{5761EBD1-EAAC-E1FA-6310-1DCDC89C84B6}"/>
              </a:ext>
            </a:extLst>
          </p:cNvPr>
          <p:cNvSpPr>
            <a:spLocks noGrp="1"/>
          </p:cNvSpPr>
          <p:nvPr>
            <p:ph type="title" hasCustomPrompt="1"/>
          </p:nvPr>
        </p:nvSpPr>
        <p:spPr>
          <a:xfrm>
            <a:off x="554568" y="2005263"/>
            <a:ext cx="5098087" cy="2454788"/>
          </a:xfrm>
          <a:prstGeom prst="rect">
            <a:avLst/>
          </a:prstGeom>
        </p:spPr>
        <p:txBody>
          <a:bodyPr anchor="ctr"/>
          <a:lstStyle>
            <a:lvl1pPr>
              <a:defRPr sz="3200" b="0" i="0">
                <a:solidFill>
                  <a:schemeClr val="bg1"/>
                </a:solidFill>
                <a:latin typeface="+mn-lt"/>
              </a:defRPr>
            </a:lvl1pPr>
          </a:lstStyle>
          <a:p>
            <a:r>
              <a:rPr lang="en-US"/>
              <a:t>Place quote or key message here</a:t>
            </a:r>
          </a:p>
        </p:txBody>
      </p:sp>
    </p:spTree>
    <p:extLst>
      <p:ext uri="{BB962C8B-B14F-4D97-AF65-F5344CB8AC3E}">
        <p14:creationId xmlns:p14="http://schemas.microsoft.com/office/powerpoint/2010/main" val="10259972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key message + image, dark mode">
    <p:bg>
      <p:bgPr>
        <a:solidFill>
          <a:srgbClr val="000000"/>
        </a:solidFill>
        <a:effectLst/>
      </p:bgPr>
    </p:bg>
    <p:spTree>
      <p:nvGrpSpPr>
        <p:cNvPr id="1" name=""/>
        <p:cNvGrpSpPr/>
        <p:nvPr/>
      </p:nvGrpSpPr>
      <p:grpSpPr>
        <a:xfrm>
          <a:off x="0" y="0"/>
          <a:ext cx="0" cy="0"/>
          <a:chOff x="0" y="0"/>
          <a:chExt cx="0" cy="0"/>
        </a:xfrm>
      </p:grpSpPr>
      <p:sp>
        <p:nvSpPr>
          <p:cNvPr id="2" name="copyright">
            <a:extLst>
              <a:ext uri="{FF2B5EF4-FFF2-40B4-BE49-F238E27FC236}">
                <a16:creationId xmlns:a16="http://schemas.microsoft.com/office/drawing/2014/main" id="{54E44863-5E53-DDCD-5FA5-173816802E74}"/>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8" name="slide number automatic">
            <a:extLst>
              <a:ext uri="{FF2B5EF4-FFF2-40B4-BE49-F238E27FC236}">
                <a16:creationId xmlns:a16="http://schemas.microsoft.com/office/drawing/2014/main" id="{4F03B290-6E83-1A46-D0DD-7EDFE2CF4967}"/>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Title 1">
            <a:extLst>
              <a:ext uri="{FF2B5EF4-FFF2-40B4-BE49-F238E27FC236}">
                <a16:creationId xmlns:a16="http://schemas.microsoft.com/office/drawing/2014/main" id="{639540C7-90CF-ACE6-34AE-174CDEB46195}"/>
              </a:ext>
            </a:extLst>
          </p:cNvPr>
          <p:cNvSpPr>
            <a:spLocks noGrp="1"/>
          </p:cNvSpPr>
          <p:nvPr>
            <p:ph type="title" hasCustomPrompt="1"/>
          </p:nvPr>
        </p:nvSpPr>
        <p:spPr>
          <a:xfrm>
            <a:off x="554568" y="1941095"/>
            <a:ext cx="5098087" cy="2583124"/>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5" name="Picture Placeholder 18">
            <a:extLst>
              <a:ext uri="{FF2B5EF4-FFF2-40B4-BE49-F238E27FC236}">
                <a16:creationId xmlns:a16="http://schemas.microsoft.com/office/drawing/2014/main" id="{0E1008B6-7792-F7C1-448D-E26EBA7F66E1}"/>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15473895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Key message: light mode">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B9538720-5D87-005C-9D54-D7F07F69BE61}"/>
              </a:ext>
            </a:extLst>
          </p:cNvPr>
          <p:cNvSpPr txBox="1">
            <a:spLocks/>
          </p:cNvSpPr>
          <p:nvPr userDrawn="1"/>
        </p:nvSpPr>
        <p:spPr>
          <a:xfrm>
            <a:off x="7315200" y="6384001"/>
            <a:ext cx="41148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94">
              <a:spcAft>
                <a:spcPts val="1200"/>
              </a:spcAft>
              <a:defRPr/>
            </a:pPr>
            <a:r>
              <a:rPr lang="en-US" sz="800" b="0" i="0" dirty="0">
                <a:solidFill>
                  <a:schemeClr val="bg1"/>
                </a:solidFill>
                <a:latin typeface="Graphik" panose="020B0503030202060203" pitchFamily="34" charset="77"/>
              </a:rPr>
              <a:t>Copyright © 2026 Accenture. All rights reserved.</a:t>
            </a:r>
          </a:p>
        </p:txBody>
      </p:sp>
      <p:sp>
        <p:nvSpPr>
          <p:cNvPr id="8" name="Slide number automatic">
            <a:extLst>
              <a:ext uri="{FF2B5EF4-FFF2-40B4-BE49-F238E27FC236}">
                <a16:creationId xmlns:a16="http://schemas.microsoft.com/office/drawing/2014/main" id="{4FE121F1-B169-11A8-1F63-C705FECD0AAA}"/>
              </a:ext>
            </a:extLst>
          </p:cNvPr>
          <p:cNvSpPr txBox="1">
            <a:spLocks/>
          </p:cNvSpPr>
          <p:nvPr userDrawn="1"/>
        </p:nvSpPr>
        <p:spPr>
          <a:xfrm>
            <a:off x="11484000" y="6384001"/>
            <a:ext cx="3276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914377" rtl="0" eaLnBrk="1" latinLnBrk="0" hangingPunct="1">
              <a:spcAft>
                <a:spcPts val="1200"/>
              </a:spcAft>
              <a:defRPr/>
            </a:pPr>
            <a:fld id="{73F1C454-A9D8-014C-8BFC-BAC2D203B5DF}" type="slidenum">
              <a:rPr lang="en-US" sz="800" b="0" i="0" kern="1200">
                <a:solidFill>
                  <a:schemeClr val="bg1"/>
                </a:solidFill>
                <a:latin typeface="Graphik" panose="020B0503030202060203" pitchFamily="34" charset="77"/>
                <a:ea typeface="+mn-ea"/>
                <a:cs typeface="+mn-cs"/>
              </a:rPr>
              <a:pPr marL="0" algn="r" defTabSz="914377" rtl="0" eaLnBrk="1" latinLnBrk="0" hangingPunct="1">
                <a:spcAft>
                  <a:spcPts val="1200"/>
                </a:spcAft>
                <a:defRPr/>
              </a:pPr>
              <a:t>‹#›</a:t>
            </a:fld>
            <a:endParaRPr lang="en-US" sz="800" b="0" i="0" kern="1200">
              <a:solidFill>
                <a:schemeClr val="bg1"/>
              </a:solidFill>
              <a:latin typeface="Graphik" panose="020B0503030202060203" pitchFamily="34" charset="77"/>
              <a:ea typeface="+mn-ea"/>
              <a:cs typeface="+mn-cs"/>
            </a:endParaRPr>
          </a:p>
        </p:txBody>
      </p:sp>
      <p:sp>
        <p:nvSpPr>
          <p:cNvPr id="2" name="Title 1">
            <a:extLst>
              <a:ext uri="{FF2B5EF4-FFF2-40B4-BE49-F238E27FC236}">
                <a16:creationId xmlns:a16="http://schemas.microsoft.com/office/drawing/2014/main" id="{97274A5B-9D05-0703-63C7-382088724F28}"/>
              </a:ext>
            </a:extLst>
          </p:cNvPr>
          <p:cNvSpPr>
            <a:spLocks noGrp="1"/>
          </p:cNvSpPr>
          <p:nvPr>
            <p:ph type="title" hasCustomPrompt="1"/>
          </p:nvPr>
        </p:nvSpPr>
        <p:spPr>
          <a:xfrm>
            <a:off x="1163638" y="3179796"/>
            <a:ext cx="7200000" cy="498406"/>
          </a:xfrm>
          <a:prstGeom prst="rect">
            <a:avLst/>
          </a:prstGeom>
        </p:spPr>
        <p:txBody>
          <a:bodyPr anchor="ctr"/>
          <a:lstStyle>
            <a:lvl1pPr algn="l" defTabSz="914377" rtl="0" eaLnBrk="1" latinLnBrk="0" hangingPunct="1">
              <a:lnSpc>
                <a:spcPct val="80000"/>
              </a:lnSpc>
              <a:spcBef>
                <a:spcPct val="0"/>
              </a:spcBef>
              <a:buNone/>
              <a:defRPr lang="en-US" sz="4000" b="0" i="0" kern="1200">
                <a:solidFill>
                  <a:srgbClr val="000000"/>
                </a:solidFill>
                <a:latin typeface="GT Sectra Fine Rg" pitchFamily="2" charset="77"/>
                <a:ea typeface="+mj-ea"/>
                <a:cs typeface="+mj-cs"/>
              </a:defRPr>
            </a:lvl1pPr>
          </a:lstStyle>
          <a:p>
            <a:r>
              <a:rPr lang="en-US"/>
              <a:t>Click to edit key message style</a:t>
            </a:r>
          </a:p>
        </p:txBody>
      </p:sp>
    </p:spTree>
    <p:extLst>
      <p:ext uri="{BB962C8B-B14F-4D97-AF65-F5344CB8AC3E}">
        <p14:creationId xmlns:p14="http://schemas.microsoft.com/office/powerpoint/2010/main" val="3006501426"/>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Key message: dark mode">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E36F867-B36A-BD05-3724-F673E9B7FF67}"/>
              </a:ext>
            </a:extLst>
          </p:cNvPr>
          <p:cNvSpPr>
            <a:spLocks noGrp="1"/>
          </p:cNvSpPr>
          <p:nvPr>
            <p:ph type="title" hasCustomPrompt="1"/>
          </p:nvPr>
        </p:nvSpPr>
        <p:spPr>
          <a:xfrm>
            <a:off x="1163638" y="2037347"/>
            <a:ext cx="7200000" cy="2783304"/>
          </a:xfrm>
          <a:prstGeom prst="rect">
            <a:avLst/>
          </a:prstGeom>
        </p:spPr>
        <p:txBody>
          <a:bodyPr anchor="ctr"/>
          <a:lstStyle>
            <a:lvl1pPr algn="l" defTabSz="914377" rtl="0" eaLnBrk="1" latinLnBrk="0" hangingPunct="1">
              <a:lnSpc>
                <a:spcPct val="80000"/>
              </a:lnSpc>
              <a:spcBef>
                <a:spcPct val="0"/>
              </a:spcBef>
              <a:buNone/>
              <a:defRPr lang="en-US" sz="4000" b="0" i="0" kern="1200">
                <a:solidFill>
                  <a:schemeClr val="tx1"/>
                </a:solidFill>
                <a:latin typeface="GT Sectra Fine Rg" pitchFamily="2" charset="77"/>
                <a:ea typeface="+mj-ea"/>
                <a:cs typeface="+mj-cs"/>
              </a:defRPr>
            </a:lvl1pPr>
          </a:lstStyle>
          <a:p>
            <a:r>
              <a:rPr lang="en-US"/>
              <a:t>Click to edit key message style</a:t>
            </a:r>
          </a:p>
        </p:txBody>
      </p:sp>
      <p:sp>
        <p:nvSpPr>
          <p:cNvPr id="3" name="copyright">
            <a:extLst>
              <a:ext uri="{FF2B5EF4-FFF2-40B4-BE49-F238E27FC236}">
                <a16:creationId xmlns:a16="http://schemas.microsoft.com/office/drawing/2014/main" id="{EEB57D04-C7D4-5631-C9F1-4248B61F952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rgbClr val="FFFFFF">
                    <a:alpha val="75000"/>
                  </a:srgbClr>
                </a:solidFill>
                <a:latin typeface="Graphik" panose="020B0503030202060203" pitchFamily="34" charset="77"/>
              </a:rPr>
              <a:t>Copyright © 2026 Accenture. All rights reserved.</a:t>
            </a:r>
            <a:endParaRPr lang="en-US" sz="1351" noProof="0" dirty="0">
              <a:solidFill>
                <a:srgbClr val="FFFFFF">
                  <a:alpha val="75000"/>
                </a:srgb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6D94838E-FC9B-7D11-0B27-05F3B48DF76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rgbClr val="FFFFFF">
                  <a:alpha val="75000"/>
                </a:srgbClr>
              </a:solidFill>
              <a:latin typeface="Graphik Semibold" panose="020B0703030202060203" pitchFamily="34" charset="0"/>
            </a:endParaRPr>
          </a:p>
        </p:txBody>
      </p:sp>
      <p:sp>
        <p:nvSpPr>
          <p:cNvPr id="2" name="GTS_WH">
            <a:extLst>
              <a:ext uri="{FF2B5EF4-FFF2-40B4-BE49-F238E27FC236}">
                <a16:creationId xmlns:a16="http://schemas.microsoft.com/office/drawing/2014/main" id="{881075DF-C9D3-AF39-7015-D15BA74DC07D}"/>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461285078"/>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ontent: icons">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386F6A9-4F1A-3944-E7D3-E26B3E55A360}"/>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 name="Text Placeholder 3">
            <a:extLst>
              <a:ext uri="{FF2B5EF4-FFF2-40B4-BE49-F238E27FC236}">
                <a16:creationId xmlns:a16="http://schemas.microsoft.com/office/drawing/2014/main" id="{6B34D946-575C-A63A-1F36-F73012F28CC3}"/>
              </a:ext>
            </a:extLst>
          </p:cNvPr>
          <p:cNvSpPr>
            <a:spLocks noGrp="1"/>
          </p:cNvSpPr>
          <p:nvPr>
            <p:ph type="body" sz="quarter" idx="32"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5" name="Picture Placeholder 2">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56341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10" name="Text Placeholder 1">
            <a:extLst>
              <a:ext uri="{FF2B5EF4-FFF2-40B4-BE49-F238E27FC236}">
                <a16:creationId xmlns:a16="http://schemas.microsoft.com/office/drawing/2014/main" id="{4122B155-BA05-874A-7587-FD87E46FA210}"/>
              </a:ext>
            </a:extLst>
          </p:cNvPr>
          <p:cNvSpPr>
            <a:spLocks noGrp="1"/>
          </p:cNvSpPr>
          <p:nvPr>
            <p:ph type="body" sz="quarter" idx="19" hasCustomPrompt="1"/>
          </p:nvPr>
        </p:nvSpPr>
        <p:spPr>
          <a:xfrm>
            <a:off x="56341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29" name="Picture Placeholder 4">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292543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3" name="Text Placeholder 2">
            <a:extLst>
              <a:ext uri="{FF2B5EF4-FFF2-40B4-BE49-F238E27FC236}">
                <a16:creationId xmlns:a16="http://schemas.microsoft.com/office/drawing/2014/main" id="{E51530D0-8A8F-68C0-4E3A-39EE60F2A549}"/>
              </a:ext>
            </a:extLst>
          </p:cNvPr>
          <p:cNvSpPr>
            <a:spLocks noGrp="1"/>
          </p:cNvSpPr>
          <p:nvPr>
            <p:ph type="body" sz="quarter" idx="28" hasCustomPrompt="1"/>
          </p:nvPr>
        </p:nvSpPr>
        <p:spPr>
          <a:xfrm>
            <a:off x="292543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0" name="Picture Placeholder 6">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28745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5" name="Text Placeholder 3">
            <a:extLst>
              <a:ext uri="{FF2B5EF4-FFF2-40B4-BE49-F238E27FC236}">
                <a16:creationId xmlns:a16="http://schemas.microsoft.com/office/drawing/2014/main" id="{B220583F-078A-E528-E802-2F888AD1F0C1}"/>
              </a:ext>
            </a:extLst>
          </p:cNvPr>
          <p:cNvSpPr>
            <a:spLocks noGrp="1"/>
          </p:cNvSpPr>
          <p:nvPr>
            <p:ph type="body" sz="quarter" idx="29" hasCustomPrompt="1"/>
          </p:nvPr>
        </p:nvSpPr>
        <p:spPr>
          <a:xfrm>
            <a:off x="528745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1" name="Picture Placeholder 8">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64947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6" name="Text Placeholder 4">
            <a:extLst>
              <a:ext uri="{FF2B5EF4-FFF2-40B4-BE49-F238E27FC236}">
                <a16:creationId xmlns:a16="http://schemas.microsoft.com/office/drawing/2014/main" id="{154AA6FC-4B12-B058-1F73-83023D3E1DF8}"/>
              </a:ext>
            </a:extLst>
          </p:cNvPr>
          <p:cNvSpPr>
            <a:spLocks noGrp="1"/>
          </p:cNvSpPr>
          <p:nvPr>
            <p:ph type="body" sz="quarter" idx="30" hasCustomPrompt="1"/>
          </p:nvPr>
        </p:nvSpPr>
        <p:spPr>
          <a:xfrm>
            <a:off x="764947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2" name="Picture Placeholder 10">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011492"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7" name="Text Placeholder 5">
            <a:extLst>
              <a:ext uri="{FF2B5EF4-FFF2-40B4-BE49-F238E27FC236}">
                <a16:creationId xmlns:a16="http://schemas.microsoft.com/office/drawing/2014/main" id="{DE7585F8-AF83-86FE-9FDC-FCBB8F0FDCBB}"/>
              </a:ext>
            </a:extLst>
          </p:cNvPr>
          <p:cNvSpPr>
            <a:spLocks noGrp="1"/>
          </p:cNvSpPr>
          <p:nvPr>
            <p:ph type="body" sz="quarter" idx="31" hasCustomPrompt="1"/>
          </p:nvPr>
        </p:nvSpPr>
        <p:spPr>
          <a:xfrm>
            <a:off x="10011492"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Tree>
    <p:extLst>
      <p:ext uri="{BB962C8B-B14F-4D97-AF65-F5344CB8AC3E}">
        <p14:creationId xmlns:p14="http://schemas.microsoft.com/office/powerpoint/2010/main" val="15029422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team 1">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D57647B7-79D1-0A4B-BE19-EB3D7E56204A}"/>
              </a:ext>
            </a:extLst>
          </p:cNvPr>
          <p:cNvSpPr>
            <a:spLocks noGrp="1" noChangeAspect="1"/>
          </p:cNvSpPr>
          <p:nvPr>
            <p:ph type="pic" sz="quarter" idx="15" hasCustomPrompt="1"/>
          </p:nvPr>
        </p:nvSpPr>
        <p:spPr>
          <a:xfrm>
            <a:off x="564646"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6" name="Picture Placeholder 4">
            <a:extLst>
              <a:ext uri="{FF2B5EF4-FFF2-40B4-BE49-F238E27FC236}">
                <a16:creationId xmlns:a16="http://schemas.microsoft.com/office/drawing/2014/main" id="{25DB0B2A-9775-46B0-9A40-F75EBFA4B45C}"/>
              </a:ext>
            </a:extLst>
          </p:cNvPr>
          <p:cNvSpPr>
            <a:spLocks noGrp="1" noChangeAspect="1"/>
          </p:cNvSpPr>
          <p:nvPr>
            <p:ph type="pic" sz="quarter" idx="27" hasCustomPrompt="1"/>
          </p:nvPr>
        </p:nvSpPr>
        <p:spPr>
          <a:xfrm>
            <a:off x="3569554"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7" name="Picture Placeholder 6">
            <a:extLst>
              <a:ext uri="{FF2B5EF4-FFF2-40B4-BE49-F238E27FC236}">
                <a16:creationId xmlns:a16="http://schemas.microsoft.com/office/drawing/2014/main" id="{F83F6B5F-EAE7-44DA-BD77-6D66865CEB92}"/>
              </a:ext>
            </a:extLst>
          </p:cNvPr>
          <p:cNvSpPr>
            <a:spLocks noGrp="1" noChangeAspect="1"/>
          </p:cNvSpPr>
          <p:nvPr>
            <p:ph type="pic" sz="quarter" idx="28" hasCustomPrompt="1"/>
          </p:nvPr>
        </p:nvSpPr>
        <p:spPr>
          <a:xfrm>
            <a:off x="657446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8" name="Picture Placeholder 8">
            <a:extLst>
              <a:ext uri="{FF2B5EF4-FFF2-40B4-BE49-F238E27FC236}">
                <a16:creationId xmlns:a16="http://schemas.microsoft.com/office/drawing/2014/main" id="{AD8EF41C-E978-4139-80A4-73605C41EA35}"/>
              </a:ext>
            </a:extLst>
          </p:cNvPr>
          <p:cNvSpPr>
            <a:spLocks noGrp="1" noChangeAspect="1"/>
          </p:cNvSpPr>
          <p:nvPr>
            <p:ph type="pic" sz="quarter" idx="29" hasCustomPrompt="1"/>
          </p:nvPr>
        </p:nvSpPr>
        <p:spPr>
          <a:xfrm>
            <a:off x="957937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3" name="Text Placeholder 1">
            <a:extLst>
              <a:ext uri="{FF2B5EF4-FFF2-40B4-BE49-F238E27FC236}">
                <a16:creationId xmlns:a16="http://schemas.microsoft.com/office/drawing/2014/main" id="{E190AA3D-F653-7DE3-E814-C735080B2FC6}"/>
              </a:ext>
            </a:extLst>
          </p:cNvPr>
          <p:cNvSpPr>
            <a:spLocks noGrp="1"/>
          </p:cNvSpPr>
          <p:nvPr>
            <p:ph type="body" sz="quarter" idx="19" hasCustomPrompt="1"/>
          </p:nvPr>
        </p:nvSpPr>
        <p:spPr>
          <a:xfrm>
            <a:off x="564645"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 name="Text Placeholder 2">
            <a:extLst>
              <a:ext uri="{FF2B5EF4-FFF2-40B4-BE49-F238E27FC236}">
                <a16:creationId xmlns:a16="http://schemas.microsoft.com/office/drawing/2014/main" id="{6845C65E-741B-B706-0B82-1C81A0F6B5D9}"/>
              </a:ext>
            </a:extLst>
          </p:cNvPr>
          <p:cNvSpPr>
            <a:spLocks noGrp="1"/>
          </p:cNvSpPr>
          <p:nvPr>
            <p:ph type="body" sz="quarter" idx="31" hasCustomPrompt="1"/>
          </p:nvPr>
        </p:nvSpPr>
        <p:spPr>
          <a:xfrm>
            <a:off x="3569554"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 name="Text Placeholder 3">
            <a:extLst>
              <a:ext uri="{FF2B5EF4-FFF2-40B4-BE49-F238E27FC236}">
                <a16:creationId xmlns:a16="http://schemas.microsoft.com/office/drawing/2014/main" id="{820C257B-A255-A185-7414-40904B81A8DC}"/>
              </a:ext>
            </a:extLst>
          </p:cNvPr>
          <p:cNvSpPr>
            <a:spLocks noGrp="1"/>
          </p:cNvSpPr>
          <p:nvPr>
            <p:ph type="body" sz="quarter" idx="32" hasCustomPrompt="1"/>
          </p:nvPr>
        </p:nvSpPr>
        <p:spPr>
          <a:xfrm>
            <a:off x="6574463"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 name="Text Placeholder 4">
            <a:extLst>
              <a:ext uri="{FF2B5EF4-FFF2-40B4-BE49-F238E27FC236}">
                <a16:creationId xmlns:a16="http://schemas.microsoft.com/office/drawing/2014/main" id="{46CCAA45-3EAB-F22C-1634-630066DF8C20}"/>
              </a:ext>
            </a:extLst>
          </p:cNvPr>
          <p:cNvSpPr>
            <a:spLocks noGrp="1"/>
          </p:cNvSpPr>
          <p:nvPr>
            <p:ph type="body" sz="quarter" idx="33" hasCustomPrompt="1"/>
          </p:nvPr>
        </p:nvSpPr>
        <p:spPr>
          <a:xfrm>
            <a:off x="9579371"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5" name="Text Placeholder 3">
            <a:extLst>
              <a:ext uri="{FF2B5EF4-FFF2-40B4-BE49-F238E27FC236}">
                <a16:creationId xmlns:a16="http://schemas.microsoft.com/office/drawing/2014/main" id="{61017757-DC7D-283B-40ED-71A3ADDFA6E7}"/>
              </a:ext>
            </a:extLst>
          </p:cNvPr>
          <p:cNvSpPr>
            <a:spLocks noGrp="1"/>
          </p:cNvSpPr>
          <p:nvPr>
            <p:ph type="body" sz="quarter" idx="26" hasCustomPrompt="1"/>
          </p:nvPr>
        </p:nvSpPr>
        <p:spPr>
          <a:xfrm>
            <a:off x="563412" y="1109663"/>
            <a:ext cx="11063944"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8" name="Title 2">
            <a:extLst>
              <a:ext uri="{FF2B5EF4-FFF2-40B4-BE49-F238E27FC236}">
                <a16:creationId xmlns:a16="http://schemas.microsoft.com/office/drawing/2014/main" id="{31352EF7-C8C2-5E64-698B-A2C388CB7F7C}"/>
              </a:ext>
            </a:extLst>
          </p:cNvPr>
          <p:cNvSpPr>
            <a:spLocks noGrp="1"/>
          </p:cNvSpPr>
          <p:nvPr>
            <p:ph type="title"/>
          </p:nvPr>
        </p:nvSpPr>
        <p:spPr>
          <a:xfrm>
            <a:off x="556466" y="572600"/>
            <a:ext cx="11070889" cy="393954"/>
          </a:xfrm>
        </p:spPr>
        <p:txBody>
          <a:bodyPr/>
          <a:lstStyle/>
          <a:p>
            <a:r>
              <a:rPr lang="en-GB"/>
              <a:t>Click to edit Master title style</a:t>
            </a:r>
            <a:endParaRPr lang="en-US"/>
          </a:p>
        </p:txBody>
      </p:sp>
    </p:spTree>
    <p:extLst>
      <p:ext uri="{BB962C8B-B14F-4D97-AF65-F5344CB8AC3E}">
        <p14:creationId xmlns:p14="http://schemas.microsoft.com/office/powerpoint/2010/main" val="22092989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team 2 + light mo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E8934D7-8F0E-DAC2-009E-72AA89D1034C}"/>
              </a:ext>
            </a:extLst>
          </p:cNvPr>
          <p:cNvSpPr>
            <a:spLocks noGrp="1" noChangeAspect="1"/>
          </p:cNvSpPr>
          <p:nvPr>
            <p:ph type="pic" sz="quarter" idx="14" hasCustomPrompt="1"/>
          </p:nvPr>
        </p:nvSpPr>
        <p:spPr>
          <a:xfrm>
            <a:off x="1420322" y="2629388"/>
            <a:ext cx="1180800" cy="1180800"/>
          </a:xfrm>
          <a:prstGeom prst="rect">
            <a:avLst/>
          </a:prstGeom>
          <a:solidFill>
            <a:schemeClr val="bg1">
              <a:lumMod val="95000"/>
            </a:schemeClr>
          </a:solidFill>
        </p:spPr>
        <p:txBody>
          <a:bodyPr lIns="91440" tIns="0" anchor="ctr"/>
          <a:lstStyle>
            <a:lvl1pPr marL="0" indent="0" algn="ctr">
              <a:buNone/>
              <a:defRPr sz="1400" b="0" i="0">
                <a:latin typeface="Graphik" panose="020B0503030202060203" pitchFamily="34" charset="77"/>
              </a:defRPr>
            </a:lvl1pPr>
          </a:lstStyle>
          <a:p>
            <a:r>
              <a:rPr lang="en-GB"/>
              <a:t>Add profile photo</a:t>
            </a:r>
            <a:endParaRPr lang="en-US"/>
          </a:p>
        </p:txBody>
      </p:sp>
      <p:sp>
        <p:nvSpPr>
          <p:cNvPr id="4" name="Picture Placeholder 4">
            <a:extLst>
              <a:ext uri="{FF2B5EF4-FFF2-40B4-BE49-F238E27FC236}">
                <a16:creationId xmlns:a16="http://schemas.microsoft.com/office/drawing/2014/main" id="{66FFCC06-23AF-63BD-C570-7D17CA07D430}"/>
              </a:ext>
            </a:extLst>
          </p:cNvPr>
          <p:cNvSpPr>
            <a:spLocks noGrp="1" noChangeAspect="1"/>
          </p:cNvSpPr>
          <p:nvPr>
            <p:ph type="pic" sz="quarter" idx="15" hasCustomPrompt="1"/>
          </p:nvPr>
        </p:nvSpPr>
        <p:spPr>
          <a:xfrm>
            <a:off x="2980178"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6" name="Picture Placeholder 6">
            <a:extLst>
              <a:ext uri="{FF2B5EF4-FFF2-40B4-BE49-F238E27FC236}">
                <a16:creationId xmlns:a16="http://schemas.microsoft.com/office/drawing/2014/main" id="{12A42FC0-DC57-2DAF-9A2D-A7CC2A4D2438}"/>
              </a:ext>
            </a:extLst>
          </p:cNvPr>
          <p:cNvSpPr>
            <a:spLocks noGrp="1" noChangeAspect="1"/>
          </p:cNvSpPr>
          <p:nvPr>
            <p:ph type="pic" sz="quarter" idx="16" hasCustomPrompt="1"/>
          </p:nvPr>
        </p:nvSpPr>
        <p:spPr>
          <a:xfrm>
            <a:off x="4540034"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7" name="Picture Placeholder 8">
            <a:extLst>
              <a:ext uri="{FF2B5EF4-FFF2-40B4-BE49-F238E27FC236}">
                <a16:creationId xmlns:a16="http://schemas.microsoft.com/office/drawing/2014/main" id="{75D1459B-043F-093D-F414-47A4829412AC}"/>
              </a:ext>
            </a:extLst>
          </p:cNvPr>
          <p:cNvSpPr>
            <a:spLocks noGrp="1" noChangeAspect="1"/>
          </p:cNvSpPr>
          <p:nvPr>
            <p:ph type="pic" sz="quarter" idx="17" hasCustomPrompt="1"/>
          </p:nvPr>
        </p:nvSpPr>
        <p:spPr>
          <a:xfrm>
            <a:off x="609989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8" name="Picture Placeholder 10">
            <a:extLst>
              <a:ext uri="{FF2B5EF4-FFF2-40B4-BE49-F238E27FC236}">
                <a16:creationId xmlns:a16="http://schemas.microsoft.com/office/drawing/2014/main" id="{F83C65DB-7D3F-C47F-0688-6ED36B4BC359}"/>
              </a:ext>
            </a:extLst>
          </p:cNvPr>
          <p:cNvSpPr>
            <a:spLocks noGrp="1" noChangeAspect="1"/>
          </p:cNvSpPr>
          <p:nvPr>
            <p:ph type="pic" sz="quarter" idx="24" hasCustomPrompt="1"/>
          </p:nvPr>
        </p:nvSpPr>
        <p:spPr>
          <a:xfrm>
            <a:off x="7659746"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9" name="Picture Placeholder 12">
            <a:extLst>
              <a:ext uri="{FF2B5EF4-FFF2-40B4-BE49-F238E27FC236}">
                <a16:creationId xmlns:a16="http://schemas.microsoft.com/office/drawing/2014/main" id="{4C9ABC01-5EC3-7241-7C4A-88F421331E70}"/>
              </a:ext>
            </a:extLst>
          </p:cNvPr>
          <p:cNvSpPr>
            <a:spLocks noGrp="1" noChangeAspect="1"/>
          </p:cNvSpPr>
          <p:nvPr>
            <p:ph type="pic" sz="quarter" idx="18" hasCustomPrompt="1"/>
          </p:nvPr>
        </p:nvSpPr>
        <p:spPr>
          <a:xfrm>
            <a:off x="921960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28" name="Text Placeholder 3">
            <a:extLst>
              <a:ext uri="{FF2B5EF4-FFF2-40B4-BE49-F238E27FC236}">
                <a16:creationId xmlns:a16="http://schemas.microsoft.com/office/drawing/2014/main" id="{44690F9A-3FD8-58C2-C4B6-728AA0AC2DB6}"/>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sz="1000" b="1" i="0">
                <a:solidFill>
                  <a:schemeClr val="bg2"/>
                </a:solidFill>
                <a:latin typeface="Graphik Semibold" panose="020B0503030202060203" pitchFamily="34" charset="77"/>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30" name="Text Placeholder 4">
            <a:extLst>
              <a:ext uri="{FF2B5EF4-FFF2-40B4-BE49-F238E27FC236}">
                <a16:creationId xmlns:a16="http://schemas.microsoft.com/office/drawing/2014/main" id="{8B4CF385-9FC6-70A9-2E90-C43EAE77F58C}"/>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Text Placeholder 5">
            <a:extLst>
              <a:ext uri="{FF2B5EF4-FFF2-40B4-BE49-F238E27FC236}">
                <a16:creationId xmlns:a16="http://schemas.microsoft.com/office/drawing/2014/main" id="{A8CE1B5A-4E28-77C8-EB90-DDA864C98EE4}"/>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3" name="Text Placeholder 6">
            <a:extLst>
              <a:ext uri="{FF2B5EF4-FFF2-40B4-BE49-F238E27FC236}">
                <a16:creationId xmlns:a16="http://schemas.microsoft.com/office/drawing/2014/main" id="{D17BC01F-7509-B7D1-2FF2-419E3035A67D}"/>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4" name="Text Placeholder 7">
            <a:extLst>
              <a:ext uri="{FF2B5EF4-FFF2-40B4-BE49-F238E27FC236}">
                <a16:creationId xmlns:a16="http://schemas.microsoft.com/office/drawing/2014/main" id="{B5E87864-3492-16F6-7D53-F48ECFF71B6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5" name="Text Placeholder 8">
            <a:extLst>
              <a:ext uri="{FF2B5EF4-FFF2-40B4-BE49-F238E27FC236}">
                <a16:creationId xmlns:a16="http://schemas.microsoft.com/office/drawing/2014/main" id="{0882B210-0FE9-9013-3A4F-EBDFFF0F91F2}"/>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11" name="Text Placeholder 3">
            <a:extLst>
              <a:ext uri="{FF2B5EF4-FFF2-40B4-BE49-F238E27FC236}">
                <a16:creationId xmlns:a16="http://schemas.microsoft.com/office/drawing/2014/main" id="{B67959CF-959A-6AC4-94D1-25F08AB1C4FC}"/>
              </a:ext>
            </a:extLst>
          </p:cNvPr>
          <p:cNvSpPr>
            <a:spLocks noGrp="1"/>
          </p:cNvSpPr>
          <p:nvPr>
            <p:ph type="body" sz="quarter" idx="26" hasCustomPrompt="1"/>
          </p:nvPr>
        </p:nvSpPr>
        <p:spPr>
          <a:xfrm>
            <a:off x="563411" y="1109663"/>
            <a:ext cx="11084671"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2" name="Title 2">
            <a:extLst>
              <a:ext uri="{FF2B5EF4-FFF2-40B4-BE49-F238E27FC236}">
                <a16:creationId xmlns:a16="http://schemas.microsoft.com/office/drawing/2014/main" id="{BC12817E-BFFB-996F-0414-D71850F8BB8D}"/>
              </a:ext>
            </a:extLst>
          </p:cNvPr>
          <p:cNvSpPr>
            <a:spLocks noGrp="1"/>
          </p:cNvSpPr>
          <p:nvPr>
            <p:ph type="title"/>
          </p:nvPr>
        </p:nvSpPr>
        <p:spPr>
          <a:xfrm>
            <a:off x="556467" y="572600"/>
            <a:ext cx="11084671" cy="393954"/>
          </a:xfrm>
        </p:spPr>
        <p:txBody>
          <a:bodyPr/>
          <a:lstStyle/>
          <a:p>
            <a:r>
              <a:rPr lang="en-GB"/>
              <a:t>Click to edit Master title style</a:t>
            </a:r>
            <a:endParaRPr lang="en-US"/>
          </a:p>
        </p:txBody>
      </p:sp>
    </p:spTree>
    <p:extLst>
      <p:ext uri="{BB962C8B-B14F-4D97-AF65-F5344CB8AC3E}">
        <p14:creationId xmlns:p14="http://schemas.microsoft.com/office/powerpoint/2010/main" val="30705806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team 2 + purple">
    <p:bg>
      <p:bgPr>
        <a:solidFill>
          <a:schemeClr val="tx2"/>
        </a:solidFill>
        <a:effectLst/>
      </p:bgPr>
    </p:bg>
    <p:spTree>
      <p:nvGrpSpPr>
        <p:cNvPr id="1" name=""/>
        <p:cNvGrpSpPr/>
        <p:nvPr/>
      </p:nvGrpSpPr>
      <p:grpSpPr>
        <a:xfrm>
          <a:off x="0" y="0"/>
          <a:ext cx="0" cy="0"/>
          <a:chOff x="0" y="0"/>
          <a:chExt cx="0" cy="0"/>
        </a:xfrm>
      </p:grpSpPr>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9" name="Text Placeholder 3">
            <a:extLst>
              <a:ext uri="{FF2B5EF4-FFF2-40B4-BE49-F238E27FC236}">
                <a16:creationId xmlns:a16="http://schemas.microsoft.com/office/drawing/2014/main" id="{C79C29FA-AFA2-CB0C-7716-CE3754DCAD25}"/>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50" name="Title 2">
            <a:extLst>
              <a:ext uri="{FF2B5EF4-FFF2-40B4-BE49-F238E27FC236}">
                <a16:creationId xmlns:a16="http://schemas.microsoft.com/office/drawing/2014/main" id="{D9DE4A47-B387-28A0-0CCF-3D113159BC4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3" name="Picture Placeholder 2">
            <a:extLst>
              <a:ext uri="{FF2B5EF4-FFF2-40B4-BE49-F238E27FC236}">
                <a16:creationId xmlns:a16="http://schemas.microsoft.com/office/drawing/2014/main" id="{B6B30F3E-6876-0883-BD26-A4FC5D74BFEB}"/>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4" name="Picture Placeholder 4">
            <a:extLst>
              <a:ext uri="{FF2B5EF4-FFF2-40B4-BE49-F238E27FC236}">
                <a16:creationId xmlns:a16="http://schemas.microsoft.com/office/drawing/2014/main" id="{68CBCB53-EDC2-430A-6091-471E4A3C0E69}"/>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6">
            <a:extLst>
              <a:ext uri="{FF2B5EF4-FFF2-40B4-BE49-F238E27FC236}">
                <a16:creationId xmlns:a16="http://schemas.microsoft.com/office/drawing/2014/main" id="{637BE686-D971-81F4-FECC-526CEF4F381E}"/>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8">
            <a:extLst>
              <a:ext uri="{FF2B5EF4-FFF2-40B4-BE49-F238E27FC236}">
                <a16:creationId xmlns:a16="http://schemas.microsoft.com/office/drawing/2014/main" id="{BA07AFEE-DC74-E7A8-BDBA-BFFE9BF24CD9}"/>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10">
            <a:extLst>
              <a:ext uri="{FF2B5EF4-FFF2-40B4-BE49-F238E27FC236}">
                <a16:creationId xmlns:a16="http://schemas.microsoft.com/office/drawing/2014/main" id="{90E75D7F-D480-7A96-4F8E-3631E15DA2AD}"/>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12">
            <a:extLst>
              <a:ext uri="{FF2B5EF4-FFF2-40B4-BE49-F238E27FC236}">
                <a16:creationId xmlns:a16="http://schemas.microsoft.com/office/drawing/2014/main" id="{183F93F6-A09B-A2EF-64C2-4902846E2410}"/>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Text Placeholder 3">
            <a:extLst>
              <a:ext uri="{FF2B5EF4-FFF2-40B4-BE49-F238E27FC236}">
                <a16:creationId xmlns:a16="http://schemas.microsoft.com/office/drawing/2014/main" id="{678182CD-97A5-B632-A606-E290F2E8F003}"/>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sz="1000" b="1" i="0">
                <a:solidFill>
                  <a:schemeClr val="tx1"/>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70" name="Text Placeholder 4">
            <a:extLst>
              <a:ext uri="{FF2B5EF4-FFF2-40B4-BE49-F238E27FC236}">
                <a16:creationId xmlns:a16="http://schemas.microsoft.com/office/drawing/2014/main" id="{BC20362B-D8E4-FBCA-BA42-83663531AA4B}"/>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5">
            <a:extLst>
              <a:ext uri="{FF2B5EF4-FFF2-40B4-BE49-F238E27FC236}">
                <a16:creationId xmlns:a16="http://schemas.microsoft.com/office/drawing/2014/main" id="{27B74B01-5E96-C593-2AE8-1AC067D6CF5C}"/>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6">
            <a:extLst>
              <a:ext uri="{FF2B5EF4-FFF2-40B4-BE49-F238E27FC236}">
                <a16:creationId xmlns:a16="http://schemas.microsoft.com/office/drawing/2014/main" id="{77DA96FA-342F-3709-1656-B7FC6C905DFA}"/>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3" name="Text Placeholder 7">
            <a:extLst>
              <a:ext uri="{FF2B5EF4-FFF2-40B4-BE49-F238E27FC236}">
                <a16:creationId xmlns:a16="http://schemas.microsoft.com/office/drawing/2014/main" id="{DED6B8B6-1CF0-A57B-C39A-E87D9D3570E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4" name="Text Placeholder 8">
            <a:extLst>
              <a:ext uri="{FF2B5EF4-FFF2-40B4-BE49-F238E27FC236}">
                <a16:creationId xmlns:a16="http://schemas.microsoft.com/office/drawing/2014/main" id="{0A4ACC4B-F1AD-98A5-3F4F-0528E81C50E6}"/>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32398687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team 2 + dark mode">
    <p:bg>
      <p:bgRef idx="1001">
        <a:schemeClr val="bg1"/>
      </p:bgRef>
    </p:bg>
    <p:spTree>
      <p:nvGrpSpPr>
        <p:cNvPr id="1" name=""/>
        <p:cNvGrpSpPr/>
        <p:nvPr/>
      </p:nvGrpSpPr>
      <p:grpSpPr>
        <a:xfrm>
          <a:off x="0" y="0"/>
          <a:ext cx="0" cy="0"/>
          <a:chOff x="0" y="0"/>
          <a:chExt cx="0" cy="0"/>
        </a:xfrm>
      </p:grpSpPr>
      <p:sp>
        <p:nvSpPr>
          <p:cNvPr id="48" name="Title 2">
            <a:extLst>
              <a:ext uri="{FF2B5EF4-FFF2-40B4-BE49-F238E27FC236}">
                <a16:creationId xmlns:a16="http://schemas.microsoft.com/office/drawing/2014/main" id="{EE96B902-DA40-F453-88BF-C5A865B07A8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7" name="Text Placeholder 3">
            <a:extLst>
              <a:ext uri="{FF2B5EF4-FFF2-40B4-BE49-F238E27FC236}">
                <a16:creationId xmlns:a16="http://schemas.microsoft.com/office/drawing/2014/main" id="{BAE735C4-1315-5604-E715-00812A74737C}"/>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61" name="Picture Placeholder 2">
            <a:extLst>
              <a:ext uri="{FF2B5EF4-FFF2-40B4-BE49-F238E27FC236}">
                <a16:creationId xmlns:a16="http://schemas.microsoft.com/office/drawing/2014/main" id="{F0E9B0EE-00BA-77AC-391E-0B1F0E1E8A9C}"/>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2" name="Picture Placeholder 4">
            <a:extLst>
              <a:ext uri="{FF2B5EF4-FFF2-40B4-BE49-F238E27FC236}">
                <a16:creationId xmlns:a16="http://schemas.microsoft.com/office/drawing/2014/main" id="{8A6DE4FC-AD43-5522-F3DC-8CCFCDC5C1AC}"/>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3" name="Picture Placeholder 6">
            <a:extLst>
              <a:ext uri="{FF2B5EF4-FFF2-40B4-BE49-F238E27FC236}">
                <a16:creationId xmlns:a16="http://schemas.microsoft.com/office/drawing/2014/main" id="{1BD069D5-BE5E-6066-FCA3-0DF229CA234F}"/>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4" name="Picture Placeholder 8">
            <a:extLst>
              <a:ext uri="{FF2B5EF4-FFF2-40B4-BE49-F238E27FC236}">
                <a16:creationId xmlns:a16="http://schemas.microsoft.com/office/drawing/2014/main" id="{9411D50B-1629-1008-57E7-75FEA9042E4C}"/>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10">
            <a:extLst>
              <a:ext uri="{FF2B5EF4-FFF2-40B4-BE49-F238E27FC236}">
                <a16:creationId xmlns:a16="http://schemas.microsoft.com/office/drawing/2014/main" id="{ADF38582-16D1-8220-29AD-F720575DB7C5}"/>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12">
            <a:extLst>
              <a:ext uri="{FF2B5EF4-FFF2-40B4-BE49-F238E27FC236}">
                <a16:creationId xmlns:a16="http://schemas.microsoft.com/office/drawing/2014/main" id="{97C37837-0060-AD69-31D2-1F8111CE8665}"/>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Text Placeholder 3">
            <a:extLst>
              <a:ext uri="{FF2B5EF4-FFF2-40B4-BE49-F238E27FC236}">
                <a16:creationId xmlns:a16="http://schemas.microsoft.com/office/drawing/2014/main" id="{E38C952C-69EF-B109-2D9A-0E1226273D9A}"/>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sz="1000" b="1" i="0">
                <a:solidFill>
                  <a:schemeClr val="accent2"/>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68" name="Text Placeholder 4">
            <a:extLst>
              <a:ext uri="{FF2B5EF4-FFF2-40B4-BE49-F238E27FC236}">
                <a16:creationId xmlns:a16="http://schemas.microsoft.com/office/drawing/2014/main" id="{DE8A2EE3-FD03-89B1-82A0-A678E022E3DD}"/>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9" name="Text Placeholder 5">
            <a:extLst>
              <a:ext uri="{FF2B5EF4-FFF2-40B4-BE49-F238E27FC236}">
                <a16:creationId xmlns:a16="http://schemas.microsoft.com/office/drawing/2014/main" id="{F179A0E0-1EF9-E854-A005-C3FFC783DADA}"/>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0" name="Text Placeholder 6">
            <a:extLst>
              <a:ext uri="{FF2B5EF4-FFF2-40B4-BE49-F238E27FC236}">
                <a16:creationId xmlns:a16="http://schemas.microsoft.com/office/drawing/2014/main" id="{98575771-F64F-E2C2-0963-4F7DA15F5336}"/>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7">
            <a:extLst>
              <a:ext uri="{FF2B5EF4-FFF2-40B4-BE49-F238E27FC236}">
                <a16:creationId xmlns:a16="http://schemas.microsoft.com/office/drawing/2014/main" id="{6067F82A-448D-AF56-DCF9-8FC95A5EA87D}"/>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8">
            <a:extLst>
              <a:ext uri="{FF2B5EF4-FFF2-40B4-BE49-F238E27FC236}">
                <a16:creationId xmlns:a16="http://schemas.microsoft.com/office/drawing/2014/main" id="{C90D0832-8997-2CF3-4C1C-76EC7DBBE377}"/>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966783186"/>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Content: team + column Content: team + column light mode">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10" name="Picture Placeholder 6">
            <a:extLst>
              <a:ext uri="{FF2B5EF4-FFF2-40B4-BE49-F238E27FC236}">
                <a16:creationId xmlns:a16="http://schemas.microsoft.com/office/drawing/2014/main" id="{67B8B3ED-3C30-8209-EC37-30BECCCAC6DF}"/>
              </a:ext>
            </a:extLst>
          </p:cNvPr>
          <p:cNvSpPr>
            <a:spLocks noGrp="1" noChangeAspect="1"/>
          </p:cNvSpPr>
          <p:nvPr>
            <p:ph type="pic" sz="quarter" idx="16" hasCustomPrompt="1"/>
          </p:nvPr>
        </p:nvSpPr>
        <p:spPr>
          <a:xfrm>
            <a:off x="4750100"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1" name="Picture Placeholder 8">
            <a:extLst>
              <a:ext uri="{FF2B5EF4-FFF2-40B4-BE49-F238E27FC236}">
                <a16:creationId xmlns:a16="http://schemas.microsoft.com/office/drawing/2014/main" id="{DC7F0577-7039-34CE-9E81-1E1B5179E19A}"/>
              </a:ext>
            </a:extLst>
          </p:cNvPr>
          <p:cNvSpPr>
            <a:spLocks noGrp="1" noChangeAspect="1"/>
          </p:cNvSpPr>
          <p:nvPr>
            <p:ph type="pic" sz="quarter" idx="17" hasCustomPrompt="1"/>
          </p:nvPr>
        </p:nvSpPr>
        <p:spPr>
          <a:xfrm>
            <a:off x="6532027"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2" name="Picture Placeholder 10">
            <a:extLst>
              <a:ext uri="{FF2B5EF4-FFF2-40B4-BE49-F238E27FC236}">
                <a16:creationId xmlns:a16="http://schemas.microsoft.com/office/drawing/2014/main" id="{389183D5-43A1-CED9-DE7A-152AD40F1DB9}"/>
              </a:ext>
            </a:extLst>
          </p:cNvPr>
          <p:cNvSpPr>
            <a:spLocks noGrp="1" noChangeAspect="1"/>
          </p:cNvSpPr>
          <p:nvPr>
            <p:ph type="pic" sz="quarter" idx="24" hasCustomPrompt="1"/>
          </p:nvPr>
        </p:nvSpPr>
        <p:spPr>
          <a:xfrm>
            <a:off x="8313954"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5" name="Picture Placeholder 12">
            <a:extLst>
              <a:ext uri="{FF2B5EF4-FFF2-40B4-BE49-F238E27FC236}">
                <a16:creationId xmlns:a16="http://schemas.microsoft.com/office/drawing/2014/main" id="{5DC001A2-2BC9-E92E-1900-07D1D55C8448}"/>
              </a:ext>
            </a:extLst>
          </p:cNvPr>
          <p:cNvSpPr>
            <a:spLocks noGrp="1" noChangeAspect="1"/>
          </p:cNvSpPr>
          <p:nvPr>
            <p:ph type="pic" sz="quarter" idx="18" hasCustomPrompt="1"/>
          </p:nvPr>
        </p:nvSpPr>
        <p:spPr>
          <a:xfrm>
            <a:off x="10095882"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6" name="Text Placeholder 5">
            <a:extLst>
              <a:ext uri="{FF2B5EF4-FFF2-40B4-BE49-F238E27FC236}">
                <a16:creationId xmlns:a16="http://schemas.microsoft.com/office/drawing/2014/main" id="{0D6DEAA1-1809-9174-41B2-A167C7EF0B6D}"/>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7" name="Text Placeholder 6">
            <a:extLst>
              <a:ext uri="{FF2B5EF4-FFF2-40B4-BE49-F238E27FC236}">
                <a16:creationId xmlns:a16="http://schemas.microsoft.com/office/drawing/2014/main" id="{EEA45CAC-A034-EBF8-A42A-D240A01CA2B6}"/>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8" name="Text Placeholder 7">
            <a:extLst>
              <a:ext uri="{FF2B5EF4-FFF2-40B4-BE49-F238E27FC236}">
                <a16:creationId xmlns:a16="http://schemas.microsoft.com/office/drawing/2014/main" id="{94B252BC-9982-2E12-F243-0ED078DBC2F2}"/>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9" name="Text Placeholder 8">
            <a:extLst>
              <a:ext uri="{FF2B5EF4-FFF2-40B4-BE49-F238E27FC236}">
                <a16:creationId xmlns:a16="http://schemas.microsoft.com/office/drawing/2014/main" id="{DC6F0EDA-C6BC-1437-B68C-8779352D0B2E}"/>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29" name="Title 2">
            <a:extLst>
              <a:ext uri="{FF2B5EF4-FFF2-40B4-BE49-F238E27FC236}">
                <a16:creationId xmlns:a16="http://schemas.microsoft.com/office/drawing/2014/main" id="{B87DF950-8C59-5635-493B-47BF5B6B028D}"/>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6" name="Picture Placeholder 6">
            <a:extLst>
              <a:ext uri="{FF2B5EF4-FFF2-40B4-BE49-F238E27FC236}">
                <a16:creationId xmlns:a16="http://schemas.microsoft.com/office/drawing/2014/main" id="{A515A847-B8F1-0835-FEF9-D0644A3666A3}"/>
              </a:ext>
            </a:extLst>
          </p:cNvPr>
          <p:cNvSpPr>
            <a:spLocks noGrp="1" noChangeAspect="1"/>
          </p:cNvSpPr>
          <p:nvPr>
            <p:ph type="pic" sz="quarter" idx="53" hasCustomPrompt="1"/>
          </p:nvPr>
        </p:nvSpPr>
        <p:spPr>
          <a:xfrm>
            <a:off x="4750100"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7" name="Picture Placeholder 8">
            <a:extLst>
              <a:ext uri="{FF2B5EF4-FFF2-40B4-BE49-F238E27FC236}">
                <a16:creationId xmlns:a16="http://schemas.microsoft.com/office/drawing/2014/main" id="{AFFDAEDA-7A67-EFF8-97FE-53895BDD7346}"/>
              </a:ext>
            </a:extLst>
          </p:cNvPr>
          <p:cNvSpPr>
            <a:spLocks noGrp="1" noChangeAspect="1"/>
          </p:cNvSpPr>
          <p:nvPr>
            <p:ph type="pic" sz="quarter" idx="54" hasCustomPrompt="1"/>
          </p:nvPr>
        </p:nvSpPr>
        <p:spPr>
          <a:xfrm>
            <a:off x="6532027"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8" name="Picture Placeholder 10">
            <a:extLst>
              <a:ext uri="{FF2B5EF4-FFF2-40B4-BE49-F238E27FC236}">
                <a16:creationId xmlns:a16="http://schemas.microsoft.com/office/drawing/2014/main" id="{CDEC200D-4F91-75FF-B3FC-CC83B1D2B426}"/>
              </a:ext>
            </a:extLst>
          </p:cNvPr>
          <p:cNvSpPr>
            <a:spLocks noGrp="1" noChangeAspect="1"/>
          </p:cNvSpPr>
          <p:nvPr>
            <p:ph type="pic" sz="quarter" idx="55" hasCustomPrompt="1"/>
          </p:nvPr>
        </p:nvSpPr>
        <p:spPr>
          <a:xfrm>
            <a:off x="8313954"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9" name="Picture Placeholder 12">
            <a:extLst>
              <a:ext uri="{FF2B5EF4-FFF2-40B4-BE49-F238E27FC236}">
                <a16:creationId xmlns:a16="http://schemas.microsoft.com/office/drawing/2014/main" id="{0C873EF1-166E-2DEB-DEA4-F4E92E72812A}"/>
              </a:ext>
            </a:extLst>
          </p:cNvPr>
          <p:cNvSpPr>
            <a:spLocks noGrp="1" noChangeAspect="1"/>
          </p:cNvSpPr>
          <p:nvPr>
            <p:ph type="pic" sz="quarter" idx="56" hasCustomPrompt="1"/>
          </p:nvPr>
        </p:nvSpPr>
        <p:spPr>
          <a:xfrm>
            <a:off x="10095882"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40" name="Text Placeholder 5">
            <a:extLst>
              <a:ext uri="{FF2B5EF4-FFF2-40B4-BE49-F238E27FC236}">
                <a16:creationId xmlns:a16="http://schemas.microsoft.com/office/drawing/2014/main" id="{EE6421DF-C4CF-347F-3F9F-B7C15DD342DB}"/>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1" name="Text Placeholder 6">
            <a:extLst>
              <a:ext uri="{FF2B5EF4-FFF2-40B4-BE49-F238E27FC236}">
                <a16:creationId xmlns:a16="http://schemas.microsoft.com/office/drawing/2014/main" id="{33C744BB-1061-9BD7-2063-D4FC3BA87A04}"/>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2" name="Text Placeholder 7">
            <a:extLst>
              <a:ext uri="{FF2B5EF4-FFF2-40B4-BE49-F238E27FC236}">
                <a16:creationId xmlns:a16="http://schemas.microsoft.com/office/drawing/2014/main" id="{FB23E977-71EF-1003-3CEF-A8A4D0D7990C}"/>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3" name="Text Placeholder 8">
            <a:extLst>
              <a:ext uri="{FF2B5EF4-FFF2-40B4-BE49-F238E27FC236}">
                <a16:creationId xmlns:a16="http://schemas.microsoft.com/office/drawing/2014/main" id="{3B567A05-2B76-107C-E1AA-BD5AA1C1C532}"/>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Tree>
    <p:extLst>
      <p:ext uri="{BB962C8B-B14F-4D97-AF65-F5344CB8AC3E}">
        <p14:creationId xmlns:p14="http://schemas.microsoft.com/office/powerpoint/2010/main" val="311755680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team + column dark mode">
    <p:bg>
      <p:bgRef idx="1001">
        <a:schemeClr val="bg1"/>
      </p:bgRef>
    </p:bg>
    <p:spTree>
      <p:nvGrpSpPr>
        <p:cNvPr id="1" name=""/>
        <p:cNvGrpSpPr/>
        <p:nvPr/>
      </p:nvGrpSpPr>
      <p:grpSpPr>
        <a:xfrm>
          <a:off x="0" y="0"/>
          <a:ext cx="0" cy="0"/>
          <a:chOff x="0" y="0"/>
          <a:chExt cx="0" cy="0"/>
        </a:xfrm>
      </p:grpSpPr>
      <p:sp>
        <p:nvSpPr>
          <p:cNvPr id="58" name="Title 2">
            <a:extLst>
              <a:ext uri="{FF2B5EF4-FFF2-40B4-BE49-F238E27FC236}">
                <a16:creationId xmlns:a16="http://schemas.microsoft.com/office/drawing/2014/main" id="{AF158A12-E108-974D-4A28-D2DDBC9F2451}"/>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0" name="Text Placeholder 2">
            <a:extLst>
              <a:ext uri="{FF2B5EF4-FFF2-40B4-BE49-F238E27FC236}">
                <a16:creationId xmlns:a16="http://schemas.microsoft.com/office/drawing/2014/main" id="{2A02CBC2-D34A-FE3B-A3F7-4E4A194F2668}"/>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59" name="Picture Placeholder 6">
            <a:extLst>
              <a:ext uri="{FF2B5EF4-FFF2-40B4-BE49-F238E27FC236}">
                <a16:creationId xmlns:a16="http://schemas.microsoft.com/office/drawing/2014/main" id="{D9BDCE52-89A2-2B74-090A-1C2EF4190943}"/>
              </a:ext>
            </a:extLst>
          </p:cNvPr>
          <p:cNvSpPr>
            <a:spLocks noGrp="1" noChangeAspect="1"/>
          </p:cNvSpPr>
          <p:nvPr>
            <p:ph type="pic" sz="quarter" idx="16" hasCustomPrompt="1"/>
          </p:nvPr>
        </p:nvSpPr>
        <p:spPr>
          <a:xfrm>
            <a:off x="4750100"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0" name="Picture Placeholder 8">
            <a:extLst>
              <a:ext uri="{FF2B5EF4-FFF2-40B4-BE49-F238E27FC236}">
                <a16:creationId xmlns:a16="http://schemas.microsoft.com/office/drawing/2014/main" id="{719A3D27-6186-F931-9BF2-812767B56DF4}"/>
              </a:ext>
            </a:extLst>
          </p:cNvPr>
          <p:cNvSpPr>
            <a:spLocks noGrp="1" noChangeAspect="1"/>
          </p:cNvSpPr>
          <p:nvPr>
            <p:ph type="pic" sz="quarter" idx="17" hasCustomPrompt="1"/>
          </p:nvPr>
        </p:nvSpPr>
        <p:spPr>
          <a:xfrm>
            <a:off x="6532027"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1" name="Picture Placeholder 10">
            <a:extLst>
              <a:ext uri="{FF2B5EF4-FFF2-40B4-BE49-F238E27FC236}">
                <a16:creationId xmlns:a16="http://schemas.microsoft.com/office/drawing/2014/main" id="{221FD96F-56ED-3F4E-D5EC-ECE899136886}"/>
              </a:ext>
            </a:extLst>
          </p:cNvPr>
          <p:cNvSpPr>
            <a:spLocks noGrp="1" noChangeAspect="1"/>
          </p:cNvSpPr>
          <p:nvPr>
            <p:ph type="pic" sz="quarter" idx="24" hasCustomPrompt="1"/>
          </p:nvPr>
        </p:nvSpPr>
        <p:spPr>
          <a:xfrm>
            <a:off x="8313954"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2" name="Picture Placeholder 12">
            <a:extLst>
              <a:ext uri="{FF2B5EF4-FFF2-40B4-BE49-F238E27FC236}">
                <a16:creationId xmlns:a16="http://schemas.microsoft.com/office/drawing/2014/main" id="{BE2DD9EE-FBA3-C33C-873A-4515866F5D79}"/>
              </a:ext>
            </a:extLst>
          </p:cNvPr>
          <p:cNvSpPr>
            <a:spLocks noGrp="1" noChangeAspect="1"/>
          </p:cNvSpPr>
          <p:nvPr>
            <p:ph type="pic" sz="quarter" idx="18" hasCustomPrompt="1"/>
          </p:nvPr>
        </p:nvSpPr>
        <p:spPr>
          <a:xfrm>
            <a:off x="10095882"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6">
            <a:extLst>
              <a:ext uri="{FF2B5EF4-FFF2-40B4-BE49-F238E27FC236}">
                <a16:creationId xmlns:a16="http://schemas.microsoft.com/office/drawing/2014/main" id="{B77582B8-1D1F-CACA-D550-1CD5A949EEA4}"/>
              </a:ext>
            </a:extLst>
          </p:cNvPr>
          <p:cNvSpPr>
            <a:spLocks noGrp="1" noChangeAspect="1"/>
          </p:cNvSpPr>
          <p:nvPr>
            <p:ph type="pic" sz="quarter" idx="53" hasCustomPrompt="1"/>
          </p:nvPr>
        </p:nvSpPr>
        <p:spPr>
          <a:xfrm>
            <a:off x="4750100"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8">
            <a:extLst>
              <a:ext uri="{FF2B5EF4-FFF2-40B4-BE49-F238E27FC236}">
                <a16:creationId xmlns:a16="http://schemas.microsoft.com/office/drawing/2014/main" id="{17E0A0A0-43CE-5971-7C1E-E8F5AFA224E0}"/>
              </a:ext>
            </a:extLst>
          </p:cNvPr>
          <p:cNvSpPr>
            <a:spLocks noGrp="1" noChangeAspect="1"/>
          </p:cNvSpPr>
          <p:nvPr>
            <p:ph type="pic" sz="quarter" idx="54" hasCustomPrompt="1"/>
          </p:nvPr>
        </p:nvSpPr>
        <p:spPr>
          <a:xfrm>
            <a:off x="6532027"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Picture Placeholder 10">
            <a:extLst>
              <a:ext uri="{FF2B5EF4-FFF2-40B4-BE49-F238E27FC236}">
                <a16:creationId xmlns:a16="http://schemas.microsoft.com/office/drawing/2014/main" id="{40572D3B-08EC-27FB-6A1E-C67DB00074BA}"/>
              </a:ext>
            </a:extLst>
          </p:cNvPr>
          <p:cNvSpPr>
            <a:spLocks noGrp="1" noChangeAspect="1"/>
          </p:cNvSpPr>
          <p:nvPr>
            <p:ph type="pic" sz="quarter" idx="55" hasCustomPrompt="1"/>
          </p:nvPr>
        </p:nvSpPr>
        <p:spPr>
          <a:xfrm>
            <a:off x="8313954"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70" name="Picture Placeholder 12">
            <a:extLst>
              <a:ext uri="{FF2B5EF4-FFF2-40B4-BE49-F238E27FC236}">
                <a16:creationId xmlns:a16="http://schemas.microsoft.com/office/drawing/2014/main" id="{D5EF76A9-F22D-ED1F-C0F0-815EF85BAB71}"/>
              </a:ext>
            </a:extLst>
          </p:cNvPr>
          <p:cNvSpPr>
            <a:spLocks noGrp="1" noChangeAspect="1"/>
          </p:cNvSpPr>
          <p:nvPr>
            <p:ph type="pic" sz="quarter" idx="56" hasCustomPrompt="1"/>
          </p:nvPr>
        </p:nvSpPr>
        <p:spPr>
          <a:xfrm>
            <a:off x="10095882"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2" name="Text Placeholder 5">
            <a:extLst>
              <a:ext uri="{FF2B5EF4-FFF2-40B4-BE49-F238E27FC236}">
                <a16:creationId xmlns:a16="http://schemas.microsoft.com/office/drawing/2014/main" id="{CEDE1E1C-A17A-6673-F251-3E95D2B9A949}"/>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 name="Text Placeholder 6">
            <a:extLst>
              <a:ext uri="{FF2B5EF4-FFF2-40B4-BE49-F238E27FC236}">
                <a16:creationId xmlns:a16="http://schemas.microsoft.com/office/drawing/2014/main" id="{EEB75AE2-2832-8C3E-9FFF-A5DFC859EF20}"/>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 name="Text Placeholder 7">
            <a:extLst>
              <a:ext uri="{FF2B5EF4-FFF2-40B4-BE49-F238E27FC236}">
                <a16:creationId xmlns:a16="http://schemas.microsoft.com/office/drawing/2014/main" id="{89767B47-D047-556C-4306-FDB23A31369B}"/>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5" name="Text Placeholder 8">
            <a:extLst>
              <a:ext uri="{FF2B5EF4-FFF2-40B4-BE49-F238E27FC236}">
                <a16:creationId xmlns:a16="http://schemas.microsoft.com/office/drawing/2014/main" id="{5FA34033-541B-ACBB-7450-5B6532CB8D0A}"/>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6" name="Text Placeholder 5">
            <a:extLst>
              <a:ext uri="{FF2B5EF4-FFF2-40B4-BE49-F238E27FC236}">
                <a16:creationId xmlns:a16="http://schemas.microsoft.com/office/drawing/2014/main" id="{08C7EC0A-DE98-38CE-AFC3-B90030BE5EDC}"/>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7" name="Text Placeholder 6">
            <a:extLst>
              <a:ext uri="{FF2B5EF4-FFF2-40B4-BE49-F238E27FC236}">
                <a16:creationId xmlns:a16="http://schemas.microsoft.com/office/drawing/2014/main" id="{B90A955C-7D16-1E89-F214-1FE4ABD4D8DF}"/>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8" name="Text Placeholder 7">
            <a:extLst>
              <a:ext uri="{FF2B5EF4-FFF2-40B4-BE49-F238E27FC236}">
                <a16:creationId xmlns:a16="http://schemas.microsoft.com/office/drawing/2014/main" id="{E2562963-2880-9DF0-CBA4-3B8CB37B8C6B}"/>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9" name="Text Placeholder 8">
            <a:extLst>
              <a:ext uri="{FF2B5EF4-FFF2-40B4-BE49-F238E27FC236}">
                <a16:creationId xmlns:a16="http://schemas.microsoft.com/office/drawing/2014/main" id="{661BD90B-C753-B163-80B8-1E78E44062C3}"/>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GTS_Purple">
            <a:extLst>
              <a:ext uri="{FF2B5EF4-FFF2-40B4-BE49-F238E27FC236}">
                <a16:creationId xmlns:a16="http://schemas.microsoft.com/office/drawing/2014/main" id="{B69C02E9-D221-652D-E7A0-F40E48E0A738}"/>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770069188"/>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column + image">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554567" y="1608762"/>
            <a:ext cx="4684835" cy="469996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549276"/>
            <a:ext cx="5541431" cy="5759454"/>
          </a:xfrm>
          <a:prstGeom prst="rect">
            <a:avLst/>
          </a:prstGeom>
          <a:solidFill>
            <a:schemeClr val="bg1">
              <a:lumMod val="95000"/>
            </a:schemeClr>
          </a:solidFill>
        </p:spPr>
        <p:txBody>
          <a:bodyPr tIns="548640" anchor="t"/>
          <a:lstStyle>
            <a:lvl1pPr marL="0" indent="0" algn="ctr" defTabSz="914377" rtl="0" eaLnBrk="1" latinLnBrk="0" hangingPunct="1">
              <a:lnSpc>
                <a:spcPct val="100000"/>
              </a:lnSpc>
              <a:spcBef>
                <a:spcPts val="0"/>
              </a:spcBef>
              <a:spcAft>
                <a:spcPts val="1200"/>
              </a:spcAft>
              <a:buFont typeface="Graphik" panose="020B0604020202020204" pitchFamily="34" charset="0"/>
              <a:buNone/>
              <a:defRPr lang="en-US" sz="1400" b="0" i="0" kern="1200" dirty="0">
                <a:solidFill>
                  <a:schemeClr val="tx1"/>
                </a:solidFill>
                <a:latin typeface="Graphik" panose="020B0503030202060203" pitchFamily="34" charset="77"/>
                <a:ea typeface="+mn-ea"/>
                <a:cs typeface="+mn-cs"/>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Drag picture to placeholder or click icon to add, then ‘Send to Back’</a:t>
            </a:r>
            <a:endParaRPr lang="en-US"/>
          </a:p>
        </p:txBody>
      </p:sp>
      <p:sp>
        <p:nvSpPr>
          <p:cNvPr id="7" name="Title 2">
            <a:extLst>
              <a:ext uri="{FF2B5EF4-FFF2-40B4-BE49-F238E27FC236}">
                <a16:creationId xmlns:a16="http://schemas.microsoft.com/office/drawing/2014/main" id="{A5DA1A25-51CF-5AD1-5E56-0DCBF1E1C695}"/>
              </a:ext>
            </a:extLst>
          </p:cNvPr>
          <p:cNvSpPr>
            <a:spLocks noGrp="1"/>
          </p:cNvSpPr>
          <p:nvPr>
            <p:ph type="title"/>
          </p:nvPr>
        </p:nvSpPr>
        <p:spPr>
          <a:xfrm>
            <a:off x="556467" y="572599"/>
            <a:ext cx="4684836" cy="916835"/>
          </a:xfrm>
        </p:spPr>
        <p:txBody>
          <a:bodyPr/>
          <a:lstStyle/>
          <a:p>
            <a:r>
              <a:rPr lang="en-GB"/>
              <a:t>Click to edit Master title style</a:t>
            </a:r>
            <a:endParaRPr lang="en-US"/>
          </a:p>
        </p:txBody>
      </p:sp>
      <p:sp>
        <p:nvSpPr>
          <p:cNvPr id="9" name="TextBox 8">
            <a:extLst>
              <a:ext uri="{FF2B5EF4-FFF2-40B4-BE49-F238E27FC236}">
                <a16:creationId xmlns:a16="http://schemas.microsoft.com/office/drawing/2014/main" id="{5932412D-AD03-BACB-C691-EC79CDF8A06A}"/>
              </a:ext>
            </a:extLst>
          </p:cNvPr>
          <p:cNvSpPr txBox="1"/>
          <p:nvPr userDrawn="1"/>
        </p:nvSpPr>
        <p:spPr>
          <a:xfrm>
            <a:off x="5618375" y="2686639"/>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64604998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purple">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6C9FFF-540B-B570-4E7C-61946F9149B2}"/>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549275"/>
            <a:ext cx="6007099"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6" name="Text Placeholder 14">
            <a:extLst>
              <a:ext uri="{FF2B5EF4-FFF2-40B4-BE49-F238E27FC236}">
                <a16:creationId xmlns:a16="http://schemas.microsoft.com/office/drawing/2014/main" id="{45230204-CC18-5C95-0BFC-9C8E11430BC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5" name="copyright">
            <a:extLst>
              <a:ext uri="{FF2B5EF4-FFF2-40B4-BE49-F238E27FC236}">
                <a16:creationId xmlns:a16="http://schemas.microsoft.com/office/drawing/2014/main" id="{2474523B-1F34-A604-B640-C5B887005C9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rgbClr val="FFFFFF">
                    <a:alpha val="75000"/>
                  </a:srgbClr>
                </a:solidFill>
                <a:latin typeface="Graphik" panose="020B0503030202060203" pitchFamily="34" charset="77"/>
              </a:rPr>
              <a:t>Copyright © 2026 Accenture. All rights reserved.</a:t>
            </a:r>
            <a:endParaRPr lang="en-US" sz="1351" noProof="0" dirty="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28236719-F299-27AE-8104-D07B5280084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rgbClr val="FFFFFF">
                  <a:alpha val="75000"/>
                </a:srgbClr>
              </a:solidFill>
              <a:latin typeface="Graphik Semibold" panose="020B0703030202060203" pitchFamily="34" charset="0"/>
            </a:endParaRPr>
          </a:p>
        </p:txBody>
      </p:sp>
    </p:spTree>
    <p:extLst>
      <p:ext uri="{BB962C8B-B14F-4D97-AF65-F5344CB8AC3E}">
        <p14:creationId xmlns:p14="http://schemas.microsoft.com/office/powerpoint/2010/main" val="200149637"/>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dark mode">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E89B75D-7DDF-ED09-FE69-8B56D6AED919}"/>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5" name="Text Placeholder 14">
            <a:extLst>
              <a:ext uri="{FF2B5EF4-FFF2-40B4-BE49-F238E27FC236}">
                <a16:creationId xmlns:a16="http://schemas.microsoft.com/office/drawing/2014/main" id="{B4655C9C-EA3F-C392-C162-DB5AFB91842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4" name="Picture Placeholder 35">
            <a:extLst>
              <a:ext uri="{FF2B5EF4-FFF2-40B4-BE49-F238E27FC236}">
                <a16:creationId xmlns:a16="http://schemas.microsoft.com/office/drawing/2014/main" id="{E30B0B1B-B70F-0FD3-F9A3-B0EE6C801E7F}"/>
              </a:ext>
            </a:extLst>
          </p:cNvPr>
          <p:cNvSpPr>
            <a:spLocks noGrp="1"/>
          </p:cNvSpPr>
          <p:nvPr>
            <p:ph type="pic" sz="quarter" idx="16" hasCustomPrompt="1"/>
          </p:nvPr>
        </p:nvSpPr>
        <p:spPr>
          <a:xfrm>
            <a:off x="0" y="549275"/>
            <a:ext cx="6007100"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copyright">
            <a:extLst>
              <a:ext uri="{FF2B5EF4-FFF2-40B4-BE49-F238E27FC236}">
                <a16:creationId xmlns:a16="http://schemas.microsoft.com/office/drawing/2014/main" id="{71CDECC6-DEE3-D5F7-A7C8-D4473D9F4F71}"/>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rgbClr val="FFFFFF">
                    <a:alpha val="75000"/>
                  </a:srgbClr>
                </a:solidFill>
                <a:latin typeface="Graphik" panose="020B0503030202060203" pitchFamily="34" charset="77"/>
              </a:rPr>
              <a:t>Copyright © 2026 Accenture. All rights reserved.</a:t>
            </a:r>
            <a:endParaRPr lang="en-US" sz="1351" noProof="0" dirty="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29128A2-7647-DB1F-6198-C2A2C402A7B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rgbClr val="FFFFFF">
                  <a:alpha val="75000"/>
                </a:srgbClr>
              </a:solidFill>
              <a:latin typeface="Graphik Semibold" panose="020B0703030202060203" pitchFamily="34" charset="0"/>
            </a:endParaRPr>
          </a:p>
        </p:txBody>
      </p:sp>
    </p:spTree>
    <p:extLst>
      <p:ext uri="{BB962C8B-B14F-4D97-AF65-F5344CB8AC3E}">
        <p14:creationId xmlns:p14="http://schemas.microsoft.com/office/powerpoint/2010/main" val="258747321"/>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custom 1">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9BDC0A4D-E346-3CCE-788C-9669BEFC9B76}"/>
              </a:ext>
            </a:extLst>
          </p:cNvPr>
          <p:cNvSpPr>
            <a:spLocks noGrp="1"/>
          </p:cNvSpPr>
          <p:nvPr>
            <p:ph type="title" hasCustomPrompt="1"/>
          </p:nvPr>
        </p:nvSpPr>
        <p:spPr>
          <a:xfrm>
            <a:off x="554569" y="1351442"/>
            <a:ext cx="4118519" cy="1772793"/>
          </a:xfrm>
          <a:prstGeom prst="rect">
            <a:avLst/>
          </a:prstGeom>
        </p:spPr>
        <p:txBody>
          <a:bodyPr anchor="b"/>
          <a:lstStyle>
            <a:lvl1pPr>
              <a:defRPr sz="4800"/>
            </a:lvl1pPr>
          </a:lstStyle>
          <a:p>
            <a:r>
              <a:rPr lang="en-US"/>
              <a:t>Click to edit Section title style</a:t>
            </a:r>
          </a:p>
        </p:txBody>
      </p:sp>
      <p:sp>
        <p:nvSpPr>
          <p:cNvPr id="18" name="Picture Placeholder 18">
            <a:extLst>
              <a:ext uri="{FF2B5EF4-FFF2-40B4-BE49-F238E27FC236}">
                <a16:creationId xmlns:a16="http://schemas.microsoft.com/office/drawing/2014/main" id="{D9945356-3D82-526D-F3EC-EF9A544BCDC7}"/>
              </a:ext>
            </a:extLst>
          </p:cNvPr>
          <p:cNvSpPr>
            <a:spLocks noGrp="1"/>
          </p:cNvSpPr>
          <p:nvPr>
            <p:ph type="pic" sz="quarter" idx="36" hasCustomPrompt="1"/>
          </p:nvPr>
        </p:nvSpPr>
        <p:spPr bwMode="gray">
          <a:xfrm>
            <a:off x="5040827"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6" name="Text Placeholder 5">
            <a:extLst>
              <a:ext uri="{FF2B5EF4-FFF2-40B4-BE49-F238E27FC236}">
                <a16:creationId xmlns:a16="http://schemas.microsoft.com/office/drawing/2014/main" id="{C4602F9E-5DF1-F42B-7D21-8791F0ABAE8F}"/>
              </a:ext>
            </a:extLst>
          </p:cNvPr>
          <p:cNvSpPr>
            <a:spLocks noGrp="1"/>
          </p:cNvSpPr>
          <p:nvPr>
            <p:ph type="body" sz="quarter" idx="39"/>
          </p:nvPr>
        </p:nvSpPr>
        <p:spPr>
          <a:xfrm>
            <a:off x="5068197" y="2302697"/>
            <a:ext cx="3082698" cy="904614"/>
          </a:xfrm>
        </p:spPr>
        <p:txBody>
          <a:bodyPr/>
          <a:lstStyle>
            <a:lvl1pPr>
              <a:defRPr>
                <a:solidFill>
                  <a:schemeClr val="bg2"/>
                </a:solidFill>
                <a:latin typeface="Graphik Semibold" panose="020B0703030202060203" pitchFamily="34" charset="0"/>
              </a:defRPr>
            </a:lvl1pPr>
            <a:lvl2pPr marL="0" indent="0">
              <a:buNone/>
              <a:defRPr/>
            </a:lvl2pPr>
          </a:lstStyle>
          <a:p>
            <a:pPr lvl="0"/>
            <a:r>
              <a:rPr lang="en-GB"/>
              <a:t>Click to edit Master text styles</a:t>
            </a:r>
          </a:p>
          <a:p>
            <a:pPr lvl="1"/>
            <a:r>
              <a:rPr lang="en-GB"/>
              <a:t>Second level</a:t>
            </a:r>
          </a:p>
        </p:txBody>
      </p:sp>
      <p:sp>
        <p:nvSpPr>
          <p:cNvPr id="20" name="Picture Placeholder 18">
            <a:extLst>
              <a:ext uri="{FF2B5EF4-FFF2-40B4-BE49-F238E27FC236}">
                <a16:creationId xmlns:a16="http://schemas.microsoft.com/office/drawing/2014/main" id="{043D01E8-2D14-8582-D392-AC17CD2A4198}"/>
              </a:ext>
            </a:extLst>
          </p:cNvPr>
          <p:cNvSpPr>
            <a:spLocks noGrp="1"/>
          </p:cNvSpPr>
          <p:nvPr>
            <p:ph type="pic" sz="quarter" idx="38" hasCustomPrompt="1"/>
          </p:nvPr>
        </p:nvSpPr>
        <p:spPr bwMode="gray">
          <a:xfrm>
            <a:off x="8516471"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7" name="Text Placeholder 5">
            <a:extLst>
              <a:ext uri="{FF2B5EF4-FFF2-40B4-BE49-F238E27FC236}">
                <a16:creationId xmlns:a16="http://schemas.microsoft.com/office/drawing/2014/main" id="{B286CD00-6CFB-20C2-A09E-D720E0360520}"/>
              </a:ext>
            </a:extLst>
          </p:cNvPr>
          <p:cNvSpPr>
            <a:spLocks noGrp="1"/>
          </p:cNvSpPr>
          <p:nvPr>
            <p:ph type="body" sz="quarter" idx="40"/>
          </p:nvPr>
        </p:nvSpPr>
        <p:spPr>
          <a:xfrm>
            <a:off x="8516471" y="2302697"/>
            <a:ext cx="3082698" cy="904614"/>
          </a:xfrm>
        </p:spPr>
        <p:txBody>
          <a:bodyPr/>
          <a:lstStyle>
            <a:lvl1pPr>
              <a:defRPr>
                <a:solidFill>
                  <a:schemeClr val="bg2"/>
                </a:solidFill>
                <a:latin typeface="Graphik Semibold" panose="020B0703030202060203" pitchFamily="34" charset="0"/>
              </a:defRPr>
            </a:lvl1pPr>
            <a:lvl2pPr marL="0" indent="0">
              <a:buNone/>
              <a:defRPr/>
            </a:lvl2pPr>
          </a:lstStyle>
          <a:p>
            <a:pPr lvl="0"/>
            <a:r>
              <a:rPr lang="en-GB"/>
              <a:t>Click to edit Master text styles</a:t>
            </a:r>
          </a:p>
          <a:p>
            <a:pPr lvl="1"/>
            <a:r>
              <a:rPr lang="en-GB"/>
              <a:t>Second level</a:t>
            </a:r>
          </a:p>
        </p:txBody>
      </p:sp>
      <p:sp>
        <p:nvSpPr>
          <p:cNvPr id="10" name="Picture Placeholder 18">
            <a:extLst>
              <a:ext uri="{FF2B5EF4-FFF2-40B4-BE49-F238E27FC236}">
                <a16:creationId xmlns:a16="http://schemas.microsoft.com/office/drawing/2014/main" id="{5552C60D-F6B3-15A8-3518-C6B4BC2F4D3B}"/>
              </a:ext>
            </a:extLst>
          </p:cNvPr>
          <p:cNvSpPr>
            <a:spLocks noGrp="1"/>
          </p:cNvSpPr>
          <p:nvPr>
            <p:ph type="pic" sz="quarter" idx="13" hasCustomPrompt="1"/>
          </p:nvPr>
        </p:nvSpPr>
        <p:spPr bwMode="gray">
          <a:xfrm>
            <a:off x="5040827"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8" name="Text Placeholder 5">
            <a:extLst>
              <a:ext uri="{FF2B5EF4-FFF2-40B4-BE49-F238E27FC236}">
                <a16:creationId xmlns:a16="http://schemas.microsoft.com/office/drawing/2014/main" id="{0C3EB0FF-A89F-1F16-2674-8CA149E690B3}"/>
              </a:ext>
            </a:extLst>
          </p:cNvPr>
          <p:cNvSpPr>
            <a:spLocks noGrp="1"/>
          </p:cNvSpPr>
          <p:nvPr>
            <p:ph type="body" sz="quarter" idx="41"/>
          </p:nvPr>
        </p:nvSpPr>
        <p:spPr>
          <a:xfrm>
            <a:off x="5068197" y="5404111"/>
            <a:ext cx="3082698" cy="904614"/>
          </a:xfrm>
        </p:spPr>
        <p:txBody>
          <a:bodyPr/>
          <a:lstStyle>
            <a:lvl1pPr>
              <a:defRPr>
                <a:solidFill>
                  <a:schemeClr val="bg2"/>
                </a:solidFill>
                <a:latin typeface="Graphik Semibold" panose="020B0703030202060203" pitchFamily="34" charset="0"/>
              </a:defRPr>
            </a:lvl1pPr>
            <a:lvl2pPr marL="0" indent="0">
              <a:buNone/>
              <a:defRPr/>
            </a:lvl2pPr>
          </a:lstStyle>
          <a:p>
            <a:pPr lvl="0"/>
            <a:r>
              <a:rPr lang="en-GB"/>
              <a:t>Click to edit Master text styles</a:t>
            </a:r>
          </a:p>
          <a:p>
            <a:pPr lvl="1"/>
            <a:r>
              <a:rPr lang="en-GB"/>
              <a:t>Second level</a:t>
            </a:r>
          </a:p>
        </p:txBody>
      </p:sp>
      <p:sp>
        <p:nvSpPr>
          <p:cNvPr id="12" name="Picture Placeholder 18">
            <a:extLst>
              <a:ext uri="{FF2B5EF4-FFF2-40B4-BE49-F238E27FC236}">
                <a16:creationId xmlns:a16="http://schemas.microsoft.com/office/drawing/2014/main" id="{8BB12B5F-02FD-86E4-33E5-F8118970C9C9}"/>
              </a:ext>
            </a:extLst>
          </p:cNvPr>
          <p:cNvSpPr>
            <a:spLocks noGrp="1"/>
          </p:cNvSpPr>
          <p:nvPr>
            <p:ph type="pic" sz="quarter" idx="34" hasCustomPrompt="1"/>
          </p:nvPr>
        </p:nvSpPr>
        <p:spPr bwMode="gray">
          <a:xfrm>
            <a:off x="8516471"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3" name="Text Placeholder 5">
            <a:extLst>
              <a:ext uri="{FF2B5EF4-FFF2-40B4-BE49-F238E27FC236}">
                <a16:creationId xmlns:a16="http://schemas.microsoft.com/office/drawing/2014/main" id="{2CFC039C-2FE3-6F68-1711-363159A29E21}"/>
              </a:ext>
            </a:extLst>
          </p:cNvPr>
          <p:cNvSpPr>
            <a:spLocks noGrp="1"/>
          </p:cNvSpPr>
          <p:nvPr>
            <p:ph type="body" sz="quarter" idx="42"/>
          </p:nvPr>
        </p:nvSpPr>
        <p:spPr>
          <a:xfrm>
            <a:off x="8516471" y="5404111"/>
            <a:ext cx="3082698" cy="904614"/>
          </a:xfrm>
        </p:spPr>
        <p:txBody>
          <a:bodyPr/>
          <a:lstStyle>
            <a:lvl1pPr>
              <a:defRPr>
                <a:solidFill>
                  <a:schemeClr val="bg2"/>
                </a:solidFill>
                <a:latin typeface="Graphik Semibold" panose="020B0703030202060203" pitchFamily="34" charset="0"/>
              </a:defRPr>
            </a:lvl1pPr>
            <a:lvl2pPr marL="0" indent="0">
              <a:buNone/>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330376277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statistics + image, light and purp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292575" cy="984885"/>
          </a:xfrm>
          <a:prstGeom prst="rect">
            <a:avLst/>
          </a:prstGeom>
        </p:spPr>
        <p:txBody>
          <a:bodyPr anchor="ctr"/>
          <a:lstStyle>
            <a:lvl1pPr>
              <a:defRPr sz="4000"/>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0"/>
            <a:ext cx="3048024" cy="3089456"/>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5" y="319269"/>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0E13751C-7DFF-BC74-C2E3-F873D7210D7F}"/>
              </a:ext>
            </a:extLst>
          </p:cNvPr>
          <p:cNvSpPr>
            <a:spLocks noGrp="1"/>
          </p:cNvSpPr>
          <p:nvPr>
            <p:ph type="body" sz="quarter" idx="32"/>
          </p:nvPr>
        </p:nvSpPr>
        <p:spPr>
          <a:xfrm>
            <a:off x="9525004" y="1472692"/>
            <a:ext cx="2286000" cy="1439333"/>
          </a:xfrm>
        </p:spPr>
        <p:txBody>
          <a:bodyPr/>
          <a:lstStyle>
            <a:lvl1pPr>
              <a:spcAft>
                <a:spcPts val="600"/>
              </a:spcAft>
              <a:defRPr sz="1800" i="0">
                <a:latin typeface="Graphik Semibold" panose="020B0703030202060203" pitchFamily="34" charset="0"/>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89456"/>
            <a:ext cx="3048000" cy="3039884"/>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89456"/>
            <a:ext cx="3047968" cy="30398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solidFill>
                <a:srgbClr val="FFFFFF"/>
              </a:solidFill>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177CEAEA-C612-CFB5-8548-FA7A606FA780}"/>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C15EB609-6106-F616-161A-9233408C6233}"/>
              </a:ext>
            </a:extLst>
          </p:cNvPr>
          <p:cNvSpPr>
            <a:spLocks noGrp="1"/>
          </p:cNvSpPr>
          <p:nvPr>
            <p:ph type="body" sz="quarter" idx="29"/>
          </p:nvPr>
        </p:nvSpPr>
        <p:spPr>
          <a:xfrm>
            <a:off x="6476916" y="4508500"/>
            <a:ext cx="2286000" cy="1439333"/>
          </a:xfrm>
        </p:spPr>
        <p:txBody>
          <a:bodyPr/>
          <a:lstStyle>
            <a:lvl1pPr>
              <a:spcAft>
                <a:spcPts val="600"/>
              </a:spcAft>
              <a:defRPr sz="1800" i="0">
                <a:latin typeface="Graphik Semibold" panose="020B0703030202060203" pitchFamily="34" charset="0"/>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89456"/>
            <a:ext cx="3047944" cy="30398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8DB439E6-E715-1347-EEE3-DF2D5F246A0B}"/>
              </a:ext>
            </a:extLst>
          </p:cNvPr>
          <p:cNvSpPr>
            <a:spLocks noGrp="1"/>
          </p:cNvSpPr>
          <p:nvPr>
            <p:ph type="body" sz="quarter" idx="31"/>
          </p:nvPr>
        </p:nvSpPr>
        <p:spPr>
          <a:xfrm>
            <a:off x="9525004" y="4508500"/>
            <a:ext cx="2286000" cy="1439333"/>
          </a:xfrm>
        </p:spPr>
        <p:txBody>
          <a:bodyPr/>
          <a:lstStyle>
            <a:lvl1pPr>
              <a:spcAft>
                <a:spcPts val="600"/>
              </a:spcAft>
              <a:defRPr sz="1800" i="0">
                <a:latin typeface="Graphik Semibold" panose="020B0703030202060203" pitchFamily="34" charset="0"/>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8" name="Bottom tag">
            <a:extLst>
              <a:ext uri="{FF2B5EF4-FFF2-40B4-BE49-F238E27FC236}">
                <a16:creationId xmlns:a16="http://schemas.microsoft.com/office/drawing/2014/main" id="{F77F3A03-358C-60D3-DCF9-8A5F831189BE}"/>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2" name="GTS_WH">
            <a:extLst>
              <a:ext uri="{FF2B5EF4-FFF2-40B4-BE49-F238E27FC236}">
                <a16:creationId xmlns:a16="http://schemas.microsoft.com/office/drawing/2014/main" id="{DBC74FCB-98B7-4709-AC5F-5575E6BA21E2}"/>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281AFB62-DF00-C781-B194-BA35B5F26ED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5A95B4E2-055A-BEE2-36E8-45DD70D13404}"/>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Tree>
    <p:extLst>
      <p:ext uri="{BB962C8B-B14F-4D97-AF65-F5344CB8AC3E}">
        <p14:creationId xmlns:p14="http://schemas.microsoft.com/office/powerpoint/2010/main" val="2505579052"/>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statistics + image, dark and purple">
    <p:bg>
      <p:bgPr>
        <a:solidFill>
          <a:srgbClr val="0000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312727" cy="984885"/>
          </a:xfrm>
          <a:prstGeom prst="rect">
            <a:avLst/>
          </a:prstGeom>
        </p:spPr>
        <p:txBody>
          <a:bodyPr anchor="ctr"/>
          <a:lstStyle>
            <a:lvl1pPr>
              <a:defRPr sz="4000">
                <a:solidFill>
                  <a:srgbClr val="FFFFFF"/>
                </a:solidFill>
              </a:defRPr>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6032" y="-1"/>
            <a:ext cx="3048024" cy="3074023"/>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10" y="303835"/>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202CA0A6-65B9-D658-1AEC-00085854F84B}"/>
              </a:ext>
            </a:extLst>
          </p:cNvPr>
          <p:cNvSpPr>
            <a:spLocks noGrp="1"/>
          </p:cNvSpPr>
          <p:nvPr>
            <p:ph type="body" sz="quarter" idx="32"/>
          </p:nvPr>
        </p:nvSpPr>
        <p:spPr>
          <a:xfrm>
            <a:off x="9525004" y="1472692"/>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74022"/>
            <a:ext cx="3048000" cy="3055316"/>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74022"/>
            <a:ext cx="3047968"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DFC923C6-9E63-5C37-D6CE-0C0C7F31BA14}"/>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8E3ED24E-CC9B-F99D-ABD2-271CAAC31C78}"/>
              </a:ext>
            </a:extLst>
          </p:cNvPr>
          <p:cNvSpPr>
            <a:spLocks noGrp="1"/>
          </p:cNvSpPr>
          <p:nvPr>
            <p:ph type="body" sz="quarter" idx="29"/>
          </p:nvPr>
        </p:nvSpPr>
        <p:spPr>
          <a:xfrm>
            <a:off x="6476916" y="4508500"/>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74022"/>
            <a:ext cx="3047944"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rgbClr val="FFFFFF"/>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AB939A4D-3841-382E-4112-16375BBF9CD7}"/>
              </a:ext>
            </a:extLst>
          </p:cNvPr>
          <p:cNvSpPr>
            <a:spLocks noGrp="1"/>
          </p:cNvSpPr>
          <p:nvPr>
            <p:ph type="body" sz="quarter" idx="31"/>
          </p:nvPr>
        </p:nvSpPr>
        <p:spPr>
          <a:xfrm>
            <a:off x="9525004" y="4508500"/>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GTS_WH">
            <a:extLst>
              <a:ext uri="{FF2B5EF4-FFF2-40B4-BE49-F238E27FC236}">
                <a16:creationId xmlns:a16="http://schemas.microsoft.com/office/drawing/2014/main" id="{E60B30CA-91CE-53D4-4E41-25E962661ED8}"/>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2" name="copyright">
            <a:extLst>
              <a:ext uri="{FF2B5EF4-FFF2-40B4-BE49-F238E27FC236}">
                <a16:creationId xmlns:a16="http://schemas.microsoft.com/office/drawing/2014/main" id="{C6DCEC7C-94EF-9488-4BC9-3AC6108281E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13" name="slide number automatic">
            <a:extLst>
              <a:ext uri="{FF2B5EF4-FFF2-40B4-BE49-F238E27FC236}">
                <a16:creationId xmlns:a16="http://schemas.microsoft.com/office/drawing/2014/main" id="{DFF01EE3-5EDD-45BD-F1D7-076E2C959D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Tree>
    <p:extLst>
      <p:ext uri="{BB962C8B-B14F-4D97-AF65-F5344CB8AC3E}">
        <p14:creationId xmlns:p14="http://schemas.microsoft.com/office/powerpoint/2010/main" val="1258698210"/>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light mode">
    <p:bg>
      <p:bgRef idx="1001">
        <a:schemeClr val="bg1"/>
      </p:bgRef>
    </p:bg>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DD3BC9E6-13A7-8817-A32A-4CC03E8733D9}"/>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bg2"/>
                </a:solidFill>
              </a:defRPr>
            </a:lvl1pPr>
          </a:lstStyle>
          <a:p>
            <a:r>
              <a:rPr lang="en-GB"/>
              <a:t>Click to edit Master title style</a:t>
            </a:r>
            <a:endParaRPr lang="en-US"/>
          </a:p>
        </p:txBody>
      </p:sp>
      <p:sp>
        <p:nvSpPr>
          <p:cNvPr id="12" name="Text Placeholder 6">
            <a:extLst>
              <a:ext uri="{FF2B5EF4-FFF2-40B4-BE49-F238E27FC236}">
                <a16:creationId xmlns:a16="http://schemas.microsoft.com/office/drawing/2014/main" id="{8DC27019-ACF1-C483-EFEB-3CC77DD9EFCA}"/>
              </a:ext>
            </a:extLst>
          </p:cNvPr>
          <p:cNvSpPr>
            <a:spLocks noGrp="1"/>
          </p:cNvSpPr>
          <p:nvPr>
            <p:ph type="body" sz="quarter" idx="32"/>
          </p:nvPr>
        </p:nvSpPr>
        <p:spPr>
          <a:xfrm>
            <a:off x="571503" y="1472692"/>
            <a:ext cx="2286000" cy="1439333"/>
          </a:xfrm>
        </p:spPr>
        <p:txBody>
          <a:bodyPr/>
          <a:lstStyle>
            <a:lvl1pPr>
              <a:spcAft>
                <a:spcPts val="600"/>
              </a:spcAft>
              <a:defRPr sz="1800" i="0">
                <a:latin typeface="Graphik Semibold" panose="020B0703030202060203" pitchFamily="34" charset="0"/>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1" name="Text Placeholder 6">
            <a:extLst>
              <a:ext uri="{FF2B5EF4-FFF2-40B4-BE49-F238E27FC236}">
                <a16:creationId xmlns:a16="http://schemas.microsoft.com/office/drawing/2014/main" id="{9A7B63BD-36F9-7F57-E2CF-44D615E0F874}"/>
              </a:ext>
            </a:extLst>
          </p:cNvPr>
          <p:cNvSpPr>
            <a:spLocks noGrp="1"/>
          </p:cNvSpPr>
          <p:nvPr>
            <p:ph type="body" sz="quarter" idx="31"/>
          </p:nvPr>
        </p:nvSpPr>
        <p:spPr>
          <a:xfrm>
            <a:off x="3428995" y="1472692"/>
            <a:ext cx="2286000" cy="1439333"/>
          </a:xfrm>
        </p:spPr>
        <p:txBody>
          <a:bodyPr/>
          <a:lstStyle>
            <a:lvl1pPr>
              <a:spcAft>
                <a:spcPts val="600"/>
              </a:spcAft>
              <a:defRPr sz="1800" i="0">
                <a:latin typeface="Graphik Semibold" panose="020B0703030202060203" pitchFamily="34" charset="0"/>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F970BA5E-9C63-BA7D-B45C-5186452F2409}"/>
              </a:ext>
            </a:extLst>
          </p:cNvPr>
          <p:cNvSpPr>
            <a:spLocks noGrp="1"/>
          </p:cNvSpPr>
          <p:nvPr>
            <p:ph type="body" sz="quarter" idx="30"/>
          </p:nvPr>
        </p:nvSpPr>
        <p:spPr>
          <a:xfrm>
            <a:off x="571503" y="4508500"/>
            <a:ext cx="2286000" cy="1439333"/>
          </a:xfrm>
        </p:spPr>
        <p:txBody>
          <a:bodyPr/>
          <a:lstStyle>
            <a:lvl1pPr>
              <a:spcAft>
                <a:spcPts val="600"/>
              </a:spcAft>
              <a:defRPr sz="1800" i="0">
                <a:latin typeface="Graphik Semibold" panose="020B0703030202060203" pitchFamily="34" charset="0"/>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23FAE69D-63C7-3796-16D2-0EA82AB27669}"/>
              </a:ext>
            </a:extLst>
          </p:cNvPr>
          <p:cNvSpPr>
            <a:spLocks noGrp="1"/>
          </p:cNvSpPr>
          <p:nvPr>
            <p:ph type="body" sz="quarter" idx="29"/>
          </p:nvPr>
        </p:nvSpPr>
        <p:spPr>
          <a:xfrm>
            <a:off x="3428995" y="4508500"/>
            <a:ext cx="2286000" cy="1439333"/>
          </a:xfrm>
        </p:spPr>
        <p:txBody>
          <a:bodyPr/>
          <a:lstStyle>
            <a:lvl1pPr>
              <a:spcAft>
                <a:spcPts val="600"/>
              </a:spcAft>
              <a:defRPr sz="1800" i="0">
                <a:latin typeface="Graphik Semibold" panose="020B0703030202060203" pitchFamily="34" charset="0"/>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Picture Placeholder 35">
            <a:extLst>
              <a:ext uri="{FF2B5EF4-FFF2-40B4-BE49-F238E27FC236}">
                <a16:creationId xmlns:a16="http://schemas.microsoft.com/office/drawing/2014/main" id="{EF1A1C24-C0B7-DF19-B492-C0ED29CE9AF6}"/>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4" name="Bottom tag">
            <a:extLst>
              <a:ext uri="{FF2B5EF4-FFF2-40B4-BE49-F238E27FC236}">
                <a16:creationId xmlns:a16="http://schemas.microsoft.com/office/drawing/2014/main" id="{5F2E67CA-5DA7-3CD1-C175-808A139DD240}"/>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B51A4FC9-6DF5-ABE3-94E1-8598B7A527EA}"/>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C826E34F-821D-D174-AEA1-2830AED1A7A3}"/>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
        <p:nvSpPr>
          <p:cNvPr id="13" name="GTS_WH">
            <a:extLst>
              <a:ext uri="{FF2B5EF4-FFF2-40B4-BE49-F238E27FC236}">
                <a16:creationId xmlns:a16="http://schemas.microsoft.com/office/drawing/2014/main" id="{8F51FE85-6E94-3AD8-FB82-A8BAB773D7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17919008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dark  mode">
    <p:bg>
      <p:bgPr>
        <a:solidFill>
          <a:srgbClr val="000000"/>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0352A97-ED89-7C2F-0063-10DA374CB06F}"/>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accent2"/>
                </a:solidFill>
              </a:defRPr>
            </a:lvl1pPr>
          </a:lstStyle>
          <a:p>
            <a:r>
              <a:rPr lang="en-GB"/>
              <a:t>Click to edit Master title style</a:t>
            </a:r>
            <a:endParaRPr lang="en-US"/>
          </a:p>
        </p:txBody>
      </p:sp>
      <p:sp>
        <p:nvSpPr>
          <p:cNvPr id="11" name="Text Placeholder 6">
            <a:extLst>
              <a:ext uri="{FF2B5EF4-FFF2-40B4-BE49-F238E27FC236}">
                <a16:creationId xmlns:a16="http://schemas.microsoft.com/office/drawing/2014/main" id="{F6B6460F-92C4-7868-A99F-7C747B39009C}"/>
              </a:ext>
            </a:extLst>
          </p:cNvPr>
          <p:cNvSpPr>
            <a:spLocks noGrp="1"/>
          </p:cNvSpPr>
          <p:nvPr>
            <p:ph type="body" sz="quarter" idx="32"/>
          </p:nvPr>
        </p:nvSpPr>
        <p:spPr>
          <a:xfrm>
            <a:off x="571503" y="1472692"/>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EAF65655-CFF6-96F8-B90D-8BE8496D6801}"/>
              </a:ext>
            </a:extLst>
          </p:cNvPr>
          <p:cNvSpPr>
            <a:spLocks noGrp="1"/>
          </p:cNvSpPr>
          <p:nvPr>
            <p:ph type="body" sz="quarter" idx="31"/>
          </p:nvPr>
        </p:nvSpPr>
        <p:spPr>
          <a:xfrm>
            <a:off x="3428995" y="1472692"/>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54F0D47A-40F3-3312-FD52-DB56907BD070}"/>
              </a:ext>
            </a:extLst>
          </p:cNvPr>
          <p:cNvSpPr>
            <a:spLocks noGrp="1"/>
          </p:cNvSpPr>
          <p:nvPr>
            <p:ph type="body" sz="quarter" idx="30"/>
          </p:nvPr>
        </p:nvSpPr>
        <p:spPr>
          <a:xfrm>
            <a:off x="571503" y="4508500"/>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4C6AFAE1-C867-607D-7626-06B37DD8931A}"/>
              </a:ext>
            </a:extLst>
          </p:cNvPr>
          <p:cNvSpPr>
            <a:spLocks noGrp="1"/>
          </p:cNvSpPr>
          <p:nvPr>
            <p:ph type="body" sz="quarter" idx="29"/>
          </p:nvPr>
        </p:nvSpPr>
        <p:spPr>
          <a:xfrm>
            <a:off x="3428995" y="4508500"/>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Bottom tag">
            <a:extLst>
              <a:ext uri="{FF2B5EF4-FFF2-40B4-BE49-F238E27FC236}">
                <a16:creationId xmlns:a16="http://schemas.microsoft.com/office/drawing/2014/main" id="{C7D43BFE-04FF-915B-AF75-EF92EB85EE07}"/>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cxnSp>
        <p:nvCxnSpPr>
          <p:cNvPr id="2" name="Straight Connector 1">
            <a:extLst>
              <a:ext uri="{FF2B5EF4-FFF2-40B4-BE49-F238E27FC236}">
                <a16:creationId xmlns:a16="http://schemas.microsoft.com/office/drawing/2014/main" id="{D50DFD68-7311-16D8-3418-1A322FD33528}"/>
              </a:ext>
              <a:ext uri="{C183D7F6-B498-43B3-948B-1728B52AA6E4}">
                <adec:decorative xmlns:adec="http://schemas.microsoft.com/office/drawing/2017/decorative" val="1"/>
              </a:ext>
            </a:extLst>
          </p:cNvPr>
          <p:cNvCxnSpPr>
            <a:cxnSpLocks/>
          </p:cNvCxnSpPr>
          <p:nvPr userDrawn="1"/>
        </p:nvCxnSpPr>
        <p:spPr>
          <a:xfrm>
            <a:off x="0" y="6124800"/>
            <a:ext cx="12192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copyright">
            <a:extLst>
              <a:ext uri="{FF2B5EF4-FFF2-40B4-BE49-F238E27FC236}">
                <a16:creationId xmlns:a16="http://schemas.microsoft.com/office/drawing/2014/main" id="{6F38CEE2-3D5C-A0E3-1BE3-09AB0AC2546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6" name="slide number automatic">
            <a:extLst>
              <a:ext uri="{FF2B5EF4-FFF2-40B4-BE49-F238E27FC236}">
                <a16:creationId xmlns:a16="http://schemas.microsoft.com/office/drawing/2014/main" id="{FC53484B-EB21-70B6-32DD-8344CAE70A1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
        <p:nvSpPr>
          <p:cNvPr id="12" name="GTS_WH">
            <a:extLst>
              <a:ext uri="{FF2B5EF4-FFF2-40B4-BE49-F238E27FC236}">
                <a16:creationId xmlns:a16="http://schemas.microsoft.com/office/drawing/2014/main" id="{2DFC2805-A4A5-BE1F-72EF-71C8FE15AD9C}"/>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049147149"/>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tx1">
                    <a:lumMod val="85000"/>
                    <a:alpha val="75000"/>
                  </a:schemeClr>
                </a:solidFill>
                <a:latin typeface="Graphik" panose="020B0503030202060203" pitchFamily="34" charset="77"/>
              </a:rPr>
              <a:t>Copyright © 2026 Accenture. All rights reserved.</a:t>
            </a:r>
            <a:endParaRPr lang="en-US" sz="1351" noProof="0" dirty="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tx1">
                  <a:lumMod val="85000"/>
                  <a:alpha val="75000"/>
                </a:schemeClr>
              </a:solidFill>
              <a:latin typeface="Graphik Semibold" panose="020B0703030202060203" pitchFamily="34" charset="0"/>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GB"/>
              <a:t>Click to edit Master title style</a:t>
            </a:r>
            <a:endParaRPr lang="en-US"/>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340687954"/>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Salutation: purple">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06901E-2FDA-B887-CCF5-FADFC0C3B943}"/>
              </a:ext>
            </a:extLst>
          </p:cNvPr>
          <p:cNvSpPr>
            <a:spLocks noGrp="1"/>
          </p:cNvSpPr>
          <p:nvPr>
            <p:ph type="title" hasCustomPrompt="1"/>
          </p:nvPr>
        </p:nvSpPr>
        <p:spPr>
          <a:xfrm>
            <a:off x="6096000" y="2599460"/>
            <a:ext cx="4895849" cy="984885"/>
          </a:xfrm>
          <a:prstGeom prst="rect">
            <a:avLst/>
          </a:prstGeom>
        </p:spPr>
        <p:txBody>
          <a:bodyPr anchor="ctr"/>
          <a:lstStyle>
            <a:lvl1pPr algn="l">
              <a:defRPr sz="4000">
                <a:solidFill>
                  <a:schemeClr val="tx1"/>
                </a:solidFill>
              </a:defRPr>
            </a:lvl1pPr>
          </a:lstStyle>
          <a:p>
            <a:r>
              <a:rPr lang="en-GB"/>
              <a:t>Click to edit salutation style</a:t>
            </a:r>
            <a:endParaRPr lang="en-US"/>
          </a:p>
        </p:txBody>
      </p:sp>
      <p:pic>
        <p:nvPicPr>
          <p:cNvPr id="2" name="GT white">
            <a:extLst>
              <a:ext uri="{FF2B5EF4-FFF2-40B4-BE49-F238E27FC236}">
                <a16:creationId xmlns:a16="http://schemas.microsoft.com/office/drawing/2014/main" id="{64951822-2C90-C040-C685-A9310D2361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63638" y="5459982"/>
            <a:ext cx="609857" cy="669356"/>
          </a:xfrm>
          <a:prstGeom prst="rect">
            <a:avLst/>
          </a:prstGeom>
        </p:spPr>
      </p:pic>
      <p:sp>
        <p:nvSpPr>
          <p:cNvPr id="4" name="copyright">
            <a:extLst>
              <a:ext uri="{FF2B5EF4-FFF2-40B4-BE49-F238E27FC236}">
                <a16:creationId xmlns:a16="http://schemas.microsoft.com/office/drawing/2014/main" id="{5D5952F7-6C63-8F87-4E22-999BB41F26C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tx1">
                    <a:lumMod val="85000"/>
                    <a:alpha val="75000"/>
                  </a:schemeClr>
                </a:solidFill>
                <a:latin typeface="Graphik" panose="020B0503030202060203" pitchFamily="34" charset="77"/>
              </a:rPr>
              <a:t>Copyright © 2026 Accenture. All rights reserved.</a:t>
            </a:r>
            <a:endParaRPr lang="en-US" sz="1351" noProof="0" dirty="0">
              <a:solidFill>
                <a:schemeClr val="tx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540D3C9F-6433-4B02-3A65-24CE972551F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tx1">
                  <a:lumMod val="85000"/>
                  <a:alpha val="75000"/>
                </a:schemeClr>
              </a:solidFill>
              <a:latin typeface="Graphik Semibold" panose="020B0703030202060203" pitchFamily="34" charset="0"/>
            </a:endParaRPr>
          </a:p>
        </p:txBody>
      </p:sp>
    </p:spTree>
    <p:extLst>
      <p:ext uri="{BB962C8B-B14F-4D97-AF65-F5344CB8AC3E}">
        <p14:creationId xmlns:p14="http://schemas.microsoft.com/office/powerpoint/2010/main" val="428193222"/>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652654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copyright">
            <a:extLst>
              <a:ext uri="{FF2B5EF4-FFF2-40B4-BE49-F238E27FC236}">
                <a16:creationId xmlns:a16="http://schemas.microsoft.com/office/drawing/2014/main" id="{8DEAF7F0-ADBE-DA4B-80DE-727BD0E615AA}"/>
              </a:ext>
            </a:extLst>
          </p:cNvPr>
          <p:cNvSpPr txBox="1"/>
          <p:nvPr/>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tx1">
                    <a:lumMod val="50000"/>
                    <a:lumOff val="50000"/>
                    <a:alpha val="75000"/>
                  </a:schemeClr>
                </a:solidFill>
                <a:latin typeface="Graphik" panose="020B0503030202060203" pitchFamily="34" charset="77"/>
              </a:rPr>
              <a:t>Copyright © 2026 Accenture. All rights reserved.</a:t>
            </a:r>
            <a:endParaRPr lang="en-US" sz="1351" noProof="0" dirty="0">
              <a:solidFill>
                <a:schemeClr val="tx1">
                  <a:lumMod val="50000"/>
                  <a:lumOff val="50000"/>
                  <a:alpha val="75000"/>
                </a:schemeClr>
              </a:solidFill>
              <a:latin typeface="Graphik" panose="020B0503030202060203" pitchFamily="34" charset="77"/>
            </a:endParaRPr>
          </a:p>
        </p:txBody>
      </p:sp>
      <p:sp>
        <p:nvSpPr>
          <p:cNvPr id="26" name="slide number automatic">
            <a:extLst>
              <a:ext uri="{FF2B5EF4-FFF2-40B4-BE49-F238E27FC236}">
                <a16:creationId xmlns:a16="http://schemas.microsoft.com/office/drawing/2014/main" id="{A54DE5B9-F305-CC4E-9A6A-0DC78956D275}"/>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50000"/>
                    <a:lumOff val="50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tx1">
                  <a:lumMod val="50000"/>
                  <a:lumOff val="50000"/>
                  <a:alpha val="75000"/>
                </a:schemeClr>
              </a:solidFill>
              <a:latin typeface="Graphik Semibold" panose="020B0703030202060203" pitchFamily="34" charset="0"/>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0" y="558086"/>
            <a:ext cx="11357865" cy="39395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0" y="1371601"/>
            <a:ext cx="11357865"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
        <p:nvSpPr>
          <p:cNvPr id="4" name="GTS_Purple">
            <a:extLst>
              <a:ext uri="{FF2B5EF4-FFF2-40B4-BE49-F238E27FC236}">
                <a16:creationId xmlns:a16="http://schemas.microsoft.com/office/drawing/2014/main" id="{43975608-6DA8-9707-7CBD-C871ED474F3A}"/>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457110672"/>
      </p:ext>
    </p:extLst>
  </p:cSld>
  <p:clrMap bg1="lt1" tx1="dk1" bg2="lt2" tx2="dk2" accent1="accent1" accent2="accent2" accent3="accent3" accent4="accent4" accent5="accent5" accent6="accent6" hlink="hlink" folHlink="folHlink"/>
  <p:sldLayoutIdLst>
    <p:sldLayoutId id="2147483768" r:id="rId1"/>
    <p:sldLayoutId id="2147483890" r:id="rId2"/>
    <p:sldLayoutId id="2147483893" r:id="rId3"/>
    <p:sldLayoutId id="2147483772" r:id="rId4"/>
    <p:sldLayoutId id="2147483897" r:id="rId5"/>
    <p:sldLayoutId id="2147483777" r:id="rId6"/>
    <p:sldLayoutId id="2147483799" r:id="rId7"/>
    <p:sldLayoutId id="2147483871" r:id="rId8"/>
    <p:sldLayoutId id="2147483872" r:id="rId9"/>
    <p:sldLayoutId id="2147483761" r:id="rId10"/>
    <p:sldLayoutId id="2147483760" r:id="rId11"/>
    <p:sldLayoutId id="2147483882" r:id="rId12"/>
    <p:sldLayoutId id="2147483849" r:id="rId13"/>
    <p:sldLayoutId id="2147483867" r:id="rId14"/>
    <p:sldLayoutId id="2147483879" r:id="rId15"/>
    <p:sldLayoutId id="2147483878" r:id="rId16"/>
    <p:sldLayoutId id="2147483649" r:id="rId17"/>
    <p:sldLayoutId id="2147483778" r:id="rId18"/>
    <p:sldLayoutId id="2147483864" r:id="rId19"/>
    <p:sldLayoutId id="2147483779" r:id="rId20"/>
    <p:sldLayoutId id="2147483865" r:id="rId21"/>
    <p:sldLayoutId id="2147483837" r:id="rId22"/>
    <p:sldLayoutId id="2147483781" r:id="rId23"/>
    <p:sldLayoutId id="2147483782" r:id="rId24"/>
    <p:sldLayoutId id="2147483783" r:id="rId25"/>
    <p:sldLayoutId id="2147483784" r:id="rId26"/>
    <p:sldLayoutId id="2147483876" r:id="rId27"/>
    <p:sldLayoutId id="2147483880" r:id="rId28"/>
    <p:sldLayoutId id="2147483873" r:id="rId29"/>
    <p:sldLayoutId id="2147483868" r:id="rId30"/>
    <p:sldLayoutId id="2147483869" r:id="rId31"/>
    <p:sldLayoutId id="2147483883" r:id="rId32"/>
    <p:sldLayoutId id="2147483861" r:id="rId33"/>
    <p:sldLayoutId id="2147483851" r:id="rId34"/>
    <p:sldLayoutId id="2147483792" r:id="rId35"/>
    <p:sldLayoutId id="2147483793" r:id="rId36"/>
    <p:sldLayoutId id="2147483875" r:id="rId37"/>
    <p:sldLayoutId id="2147483845" r:id="rId38"/>
    <p:sldLayoutId id="2147483857" r:id="rId39"/>
    <p:sldLayoutId id="2147483855" r:id="rId40"/>
    <p:sldLayoutId id="2147483786" r:id="rId41"/>
    <p:sldLayoutId id="2147483787" r:id="rId42"/>
    <p:sldLayoutId id="2147483788" r:id="rId43"/>
    <p:sldLayoutId id="2147483858" r:id="rId44"/>
    <p:sldLayoutId id="2147483854" r:id="rId45"/>
    <p:sldLayoutId id="2147483866" r:id="rId46"/>
    <p:sldLayoutId id="2147483790" r:id="rId47"/>
    <p:sldLayoutId id="2147483791" r:id="rId48"/>
    <p:sldLayoutId id="2147483863" r:id="rId49"/>
    <p:sldLayoutId id="2147483877" r:id="rId50"/>
    <p:sldLayoutId id="2147483795" r:id="rId51"/>
    <p:sldLayoutId id="2147483862" r:id="rId52"/>
    <p:sldLayoutId id="2147483794" r:id="rId53"/>
    <p:sldLayoutId id="2147483860" r:id="rId54"/>
    <p:sldLayoutId id="2147483838" r:id="rId55"/>
    <p:sldLayoutId id="2147483833" r:id="rId56"/>
    <p:sldLayoutId id="2147483870" r:id="rId57"/>
  </p:sldLayoutIdLst>
  <p:hf sldNum="0" hdr="0" ftr="0" dt="0"/>
  <p:txStyles>
    <p:titleStyle>
      <a:lvl1pPr algn="l" defTabSz="914377" rtl="0" eaLnBrk="1" latinLnBrk="0" hangingPunct="1">
        <a:lnSpc>
          <a:spcPct val="80000"/>
        </a:lnSpc>
        <a:spcBef>
          <a:spcPct val="0"/>
        </a:spcBef>
        <a:buNone/>
        <a:defRPr sz="3200" b="0" i="0" kern="1200">
          <a:solidFill>
            <a:schemeClr val="tx1"/>
          </a:solidFill>
          <a:latin typeface="Graphik Semibold" panose="020B0503030202060203" pitchFamily="34" charset="77"/>
          <a:ea typeface="+mj-ea"/>
          <a:cs typeface="+mj-cs"/>
        </a:defRPr>
      </a:lvl1pPr>
    </p:titleStyle>
    <p:body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2.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4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5E2E31-4C3A-275E-E552-FB735D6A4E59}"/>
              </a:ext>
            </a:extLst>
          </p:cNvPr>
          <p:cNvSpPr>
            <a:spLocks noGrp="1"/>
          </p:cNvSpPr>
          <p:nvPr>
            <p:ph type="title"/>
          </p:nvPr>
        </p:nvSpPr>
        <p:spPr>
          <a:xfrm>
            <a:off x="1164969" y="3010439"/>
            <a:ext cx="6793919" cy="1329595"/>
          </a:xfrm>
        </p:spPr>
        <p:txBody>
          <a:bodyPr/>
          <a:lstStyle/>
          <a:p>
            <a:r>
              <a:rPr lang="en-US"/>
              <a:t>Sales Trends Improvement Project</a:t>
            </a:r>
          </a:p>
        </p:txBody>
      </p:sp>
      <p:sp>
        <p:nvSpPr>
          <p:cNvPr id="7" name="Subtítulo 6">
            <a:extLst>
              <a:ext uri="{FF2B5EF4-FFF2-40B4-BE49-F238E27FC236}">
                <a16:creationId xmlns:a16="http://schemas.microsoft.com/office/drawing/2014/main" id="{D3258FAB-2332-76E4-2264-22A11531C8E1}"/>
              </a:ext>
            </a:extLst>
          </p:cNvPr>
          <p:cNvSpPr>
            <a:spLocks noGrp="1"/>
          </p:cNvSpPr>
          <p:nvPr>
            <p:ph type="subTitle" idx="1"/>
          </p:nvPr>
        </p:nvSpPr>
        <p:spPr>
          <a:xfrm>
            <a:off x="1164969" y="4464055"/>
            <a:ext cx="6793919" cy="1092845"/>
          </a:xfrm>
        </p:spPr>
        <p:txBody>
          <a:bodyPr/>
          <a:lstStyle/>
          <a:p>
            <a:r>
              <a:rPr lang="en-US" dirty="0"/>
              <a:t>Supply chain challenges, data findings, and recommended actions</a:t>
            </a:r>
          </a:p>
        </p:txBody>
      </p:sp>
      <p:sp>
        <p:nvSpPr>
          <p:cNvPr id="3" name="Marcador de texto 2">
            <a:extLst>
              <a:ext uri="{FF2B5EF4-FFF2-40B4-BE49-F238E27FC236}">
                <a16:creationId xmlns:a16="http://schemas.microsoft.com/office/drawing/2014/main" id="{6A308F57-48C1-78DE-042A-4E9F1F61DFC2}"/>
              </a:ext>
            </a:extLst>
          </p:cNvPr>
          <p:cNvSpPr>
            <a:spLocks noGrp="1"/>
          </p:cNvSpPr>
          <p:nvPr>
            <p:ph type="body" sz="quarter" idx="12"/>
          </p:nvPr>
        </p:nvSpPr>
        <p:spPr>
          <a:xfrm>
            <a:off x="1171950" y="5674232"/>
            <a:ext cx="3816000" cy="634494"/>
          </a:xfrm>
        </p:spPr>
        <p:txBody>
          <a:bodyPr/>
          <a:lstStyle/>
          <a:p>
            <a:r>
              <a:rPr lang="en-US"/>
              <a:t>Project period: January–February 2025</a:t>
            </a:r>
          </a:p>
        </p:txBody>
      </p:sp>
      <p:sp>
        <p:nvSpPr>
          <p:cNvPr id="6" name="Text Placeholder 5">
            <a:extLst>
              <a:ext uri="{FF2B5EF4-FFF2-40B4-BE49-F238E27FC236}">
                <a16:creationId xmlns:a16="http://schemas.microsoft.com/office/drawing/2014/main" id="{3C073475-A62D-BA77-6410-6EB6A38EF1BA}"/>
              </a:ext>
            </a:extLst>
          </p:cNvPr>
          <p:cNvSpPr>
            <a:spLocks noGrp="1"/>
          </p:cNvSpPr>
          <p:nvPr>
            <p:ph type="body" sz="quarter" idx="15"/>
          </p:nvPr>
        </p:nvSpPr>
        <p:spPr/>
        <p:txBody>
          <a:bodyPr/>
          <a:lstStyle/>
          <a:p>
            <a:endParaRPr lang="en-IE"/>
          </a:p>
        </p:txBody>
      </p:sp>
    </p:spTree>
    <p:extLst>
      <p:ext uri="{BB962C8B-B14F-4D97-AF65-F5344CB8AC3E}">
        <p14:creationId xmlns:p14="http://schemas.microsoft.com/office/powerpoint/2010/main" val="4229161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A7D939-360F-B75A-6D31-6DC330917D0D}"/>
              </a:ext>
            </a:extLst>
          </p:cNvPr>
          <p:cNvSpPr>
            <a:spLocks noGrp="1"/>
          </p:cNvSpPr>
          <p:nvPr>
            <p:ph type="title"/>
          </p:nvPr>
        </p:nvSpPr>
        <p:spPr>
          <a:xfrm>
            <a:off x="556467" y="572600"/>
            <a:ext cx="11084672" cy="393954"/>
          </a:xfrm>
        </p:spPr>
        <p:txBody>
          <a:bodyPr/>
          <a:lstStyle/>
          <a:p>
            <a:r>
              <a:rPr lang="en-US" b="1" noProof="0"/>
              <a:t>Executive summary</a:t>
            </a:r>
            <a:endParaRPr lang="en-US"/>
          </a:p>
        </p:txBody>
      </p:sp>
      <p:sp>
        <p:nvSpPr>
          <p:cNvPr id="12" name="Text Placeholder 11">
            <a:extLst>
              <a:ext uri="{FF2B5EF4-FFF2-40B4-BE49-F238E27FC236}">
                <a16:creationId xmlns:a16="http://schemas.microsoft.com/office/drawing/2014/main" id="{8BEEDB3D-0FEF-5458-42CF-6D2AE2CC8B4D}"/>
              </a:ext>
            </a:extLst>
          </p:cNvPr>
          <p:cNvSpPr>
            <a:spLocks noGrp="1"/>
          </p:cNvSpPr>
          <p:nvPr>
            <p:ph type="body" sz="quarter" idx="26"/>
          </p:nvPr>
        </p:nvSpPr>
        <p:spPr/>
        <p:txBody>
          <a:bodyPr/>
          <a:lstStyle/>
          <a:p>
            <a:r>
              <a:rPr lang="en-GB"/>
              <a:t>Three consecutive months of decline in Running Shoes, driven by supply and regional factors</a:t>
            </a:r>
            <a:endParaRPr lang="en-US"/>
          </a:p>
        </p:txBody>
      </p:sp>
      <p:sp>
        <p:nvSpPr>
          <p:cNvPr id="9" name="Content Placeholder 8">
            <a:extLst>
              <a:ext uri="{FF2B5EF4-FFF2-40B4-BE49-F238E27FC236}">
                <a16:creationId xmlns:a16="http://schemas.microsoft.com/office/drawing/2014/main" id="{98DBA105-A58D-B249-8E5D-A3E214DECDED}"/>
              </a:ext>
            </a:extLst>
          </p:cNvPr>
          <p:cNvSpPr>
            <a:spLocks noGrp="1"/>
          </p:cNvSpPr>
          <p:nvPr>
            <p:ph idx="1"/>
          </p:nvPr>
        </p:nvSpPr>
        <p:spPr>
          <a:xfrm>
            <a:off x="563411" y="1684021"/>
            <a:ext cx="11077727" cy="4445317"/>
          </a:xfrm>
        </p:spPr>
        <p:txBody>
          <a:bodyPr/>
          <a:lstStyle/>
          <a:p>
            <a:pPr lvl="0"/>
            <a:r>
              <a:rPr lang="en-US"/>
              <a:t>Running Shoes units sold and gross revenue declined for three consecutive months in the Northeast and Midwest.</a:t>
            </a:r>
          </a:p>
          <a:p>
            <a:pPr lvl="0"/>
            <a:r>
              <a:rPr lang="en-US"/>
              <a:t>Availability was constrained by backorders and a 12-day warehouse restocking delay linked to vendor inconsistencies.</a:t>
            </a:r>
          </a:p>
          <a:p>
            <a:pPr lvl="0"/>
            <a:r>
              <a:rPr lang="en-US"/>
              <a:t>Root causes differ by region: lower foot traffic and higher returns in the Northeast, distribution lag in the Midwest.</a:t>
            </a:r>
          </a:p>
          <a:p>
            <a:pPr lvl="0"/>
            <a:r>
              <a:rPr lang="en-US"/>
              <a:t>The response combines dual sourcing, regional analysis, an Apparel campaign pilot, better Electronics promotion timing, and stronger governance.</a:t>
            </a:r>
          </a:p>
        </p:txBody>
      </p:sp>
    </p:spTree>
    <p:extLst>
      <p:ext uri="{BB962C8B-B14F-4D97-AF65-F5344CB8AC3E}">
        <p14:creationId xmlns:p14="http://schemas.microsoft.com/office/powerpoint/2010/main" val="4131781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00BB7-47DB-6067-A762-E1E8469DFDEE}"/>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40FA219-EC0C-55C8-A3B4-2A0C44AF7F05}"/>
              </a:ext>
            </a:extLst>
          </p:cNvPr>
          <p:cNvSpPr>
            <a:spLocks noGrp="1"/>
          </p:cNvSpPr>
          <p:nvPr>
            <p:ph type="title"/>
          </p:nvPr>
        </p:nvSpPr>
        <p:spPr>
          <a:xfrm>
            <a:off x="556467" y="572600"/>
            <a:ext cx="11084672" cy="393954"/>
          </a:xfrm>
        </p:spPr>
        <p:txBody>
          <a:bodyPr/>
          <a:lstStyle/>
          <a:p>
            <a:r>
              <a:rPr lang="en-US" b="1" noProof="0"/>
              <a:t>Business context and objectives</a:t>
            </a:r>
            <a:endParaRPr lang="en-US"/>
          </a:p>
        </p:txBody>
      </p:sp>
      <p:sp>
        <p:nvSpPr>
          <p:cNvPr id="13" name="Text Placeholder 12">
            <a:extLst>
              <a:ext uri="{FF2B5EF4-FFF2-40B4-BE49-F238E27FC236}">
                <a16:creationId xmlns:a16="http://schemas.microsoft.com/office/drawing/2014/main" id="{6FF4871C-6CCF-D63A-7CE7-EBA569B29DB5}"/>
              </a:ext>
            </a:extLst>
          </p:cNvPr>
          <p:cNvSpPr>
            <a:spLocks noGrp="1"/>
          </p:cNvSpPr>
          <p:nvPr>
            <p:ph type="body" sz="quarter" idx="26"/>
          </p:nvPr>
        </p:nvSpPr>
        <p:spPr/>
        <p:txBody>
          <a:bodyPr/>
          <a:lstStyle/>
          <a:p>
            <a:r>
              <a:rPr lang="en-GB"/>
              <a:t>What this project must achieve in the January–February 2025 cycle</a:t>
            </a:r>
            <a:endParaRPr lang="en-US"/>
          </a:p>
        </p:txBody>
      </p:sp>
      <p:sp>
        <p:nvSpPr>
          <p:cNvPr id="15" name="Content Placeholder 14">
            <a:extLst>
              <a:ext uri="{FF2B5EF4-FFF2-40B4-BE49-F238E27FC236}">
                <a16:creationId xmlns:a16="http://schemas.microsoft.com/office/drawing/2014/main" id="{4D8CB7A9-6C80-36DD-2C1F-D266012E5A40}"/>
              </a:ext>
            </a:extLst>
          </p:cNvPr>
          <p:cNvSpPr>
            <a:spLocks noGrp="1"/>
          </p:cNvSpPr>
          <p:nvPr>
            <p:ph sz="half" idx="23"/>
          </p:nvPr>
        </p:nvSpPr>
        <p:spPr/>
        <p:txBody>
          <a:bodyPr/>
          <a:lstStyle/>
          <a:p>
            <a:pPr lvl="0"/>
            <a:r>
              <a:rPr lang="en-US"/>
              <a:t>Reverse declining Running Shoes performance in priority regions.</a:t>
            </a:r>
          </a:p>
          <a:p>
            <a:pPr lvl="0"/>
            <a:r>
              <a:rPr lang="en-US"/>
              <a:t>Reduce stock disruption caused by supplier and distribution delays.</a:t>
            </a:r>
          </a:p>
          <a:p>
            <a:pPr lvl="0"/>
            <a:r>
              <a:rPr lang="en-US"/>
              <a:t>Increase Apparel campaign visibility while improving promotional timing for Electronics.</a:t>
            </a:r>
          </a:p>
        </p:txBody>
      </p:sp>
      <p:sp>
        <p:nvSpPr>
          <p:cNvPr id="17" name="Content Placeholder 16">
            <a:extLst>
              <a:ext uri="{FF2B5EF4-FFF2-40B4-BE49-F238E27FC236}">
                <a16:creationId xmlns:a16="http://schemas.microsoft.com/office/drawing/2014/main" id="{0F1AA82A-AE26-3FD8-588C-A0702C509C49}"/>
              </a:ext>
            </a:extLst>
          </p:cNvPr>
          <p:cNvSpPr>
            <a:spLocks noGrp="1"/>
          </p:cNvSpPr>
          <p:nvPr>
            <p:ph sz="half" idx="27"/>
          </p:nvPr>
        </p:nvSpPr>
        <p:spPr/>
        <p:txBody>
          <a:bodyPr/>
          <a:lstStyle/>
          <a:p>
            <a:pPr lvl="0"/>
            <a:r>
              <a:rPr lang="en-US"/>
              <a:t>Incorporate revised regional, marketing, and supply assumptions into the next forecast.</a:t>
            </a:r>
          </a:p>
          <a:p>
            <a:pPr lvl="0"/>
            <a:r>
              <a:rPr lang="en-US"/>
              <a:t>Track execution through biweekly reviews and consolidated executive reporting.</a:t>
            </a:r>
          </a:p>
        </p:txBody>
      </p:sp>
    </p:spTree>
    <p:extLst>
      <p:ext uri="{BB962C8B-B14F-4D97-AF65-F5344CB8AC3E}">
        <p14:creationId xmlns:p14="http://schemas.microsoft.com/office/powerpoint/2010/main" val="3842828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9F9B440-27A4-16D9-399B-AC33E065D51E}"/>
              </a:ext>
            </a:extLst>
          </p:cNvPr>
          <p:cNvSpPr>
            <a:spLocks noGrp="1"/>
          </p:cNvSpPr>
          <p:nvPr>
            <p:ph type="title"/>
          </p:nvPr>
        </p:nvSpPr>
        <p:spPr>
          <a:xfrm>
            <a:off x="554568" y="1613917"/>
            <a:ext cx="5175672" cy="787908"/>
          </a:xfrm>
        </p:spPr>
        <p:txBody>
          <a:bodyPr/>
          <a:lstStyle/>
          <a:p>
            <a:r>
              <a:rPr lang="en-US" b="1"/>
              <a:t>Supply chain challenges</a:t>
            </a:r>
          </a:p>
        </p:txBody>
      </p:sp>
      <p:sp>
        <p:nvSpPr>
          <p:cNvPr id="4" name="Text Placeholder 3">
            <a:extLst>
              <a:ext uri="{FF2B5EF4-FFF2-40B4-BE49-F238E27FC236}">
                <a16:creationId xmlns:a16="http://schemas.microsoft.com/office/drawing/2014/main" id="{EC9CECFF-C0DA-5274-3276-C473A46C94DE}"/>
              </a:ext>
            </a:extLst>
          </p:cNvPr>
          <p:cNvSpPr>
            <a:spLocks noGrp="1"/>
          </p:cNvSpPr>
          <p:nvPr>
            <p:ph type="body" sz="quarter" idx="11"/>
          </p:nvPr>
        </p:nvSpPr>
        <p:spPr/>
        <p:txBody>
          <a:bodyPr/>
          <a:lstStyle/>
          <a:p>
            <a:r>
              <a:rPr lang="en-US" sz="1400"/>
              <a:t>Availability constraints concentrated in Running Shoes</a:t>
            </a:r>
          </a:p>
        </p:txBody>
      </p:sp>
      <p:sp>
        <p:nvSpPr>
          <p:cNvPr id="2" name="Text Placeholder 1">
            <a:extLst>
              <a:ext uri="{FF2B5EF4-FFF2-40B4-BE49-F238E27FC236}">
                <a16:creationId xmlns:a16="http://schemas.microsoft.com/office/drawing/2014/main" id="{B005A97F-C218-CD4F-46B6-51E3114A2BF5}"/>
              </a:ext>
            </a:extLst>
          </p:cNvPr>
          <p:cNvSpPr>
            <a:spLocks noGrp="1"/>
          </p:cNvSpPr>
          <p:nvPr>
            <p:ph type="body" idx="18"/>
          </p:nvPr>
        </p:nvSpPr>
        <p:spPr/>
        <p:txBody>
          <a:bodyPr/>
          <a:lstStyle/>
          <a:p>
            <a:r>
              <a:rPr lang="en-US"/>
              <a:t>01</a:t>
            </a:r>
          </a:p>
        </p:txBody>
      </p:sp>
      <p:sp>
        <p:nvSpPr>
          <p:cNvPr id="3" name="Text Placeholder 2">
            <a:extLst>
              <a:ext uri="{FF2B5EF4-FFF2-40B4-BE49-F238E27FC236}">
                <a16:creationId xmlns:a16="http://schemas.microsoft.com/office/drawing/2014/main" id="{77A97A9D-710E-20C8-9095-B5ED50DA91C6}"/>
              </a:ext>
            </a:extLst>
          </p:cNvPr>
          <p:cNvSpPr>
            <a:spLocks noGrp="1"/>
          </p:cNvSpPr>
          <p:nvPr>
            <p:ph type="body" idx="1"/>
          </p:nvPr>
        </p:nvSpPr>
        <p:spPr/>
        <p:txBody>
          <a:bodyPr/>
          <a:lstStyle/>
          <a:p>
            <a:r>
              <a:rPr lang="en-US" sz="1200"/>
              <a:t>Repeated Running Shoes backorders reduced availability during weakening demand.</a:t>
            </a:r>
          </a:p>
        </p:txBody>
      </p:sp>
      <p:sp>
        <p:nvSpPr>
          <p:cNvPr id="5" name="Text Placeholder 4">
            <a:extLst>
              <a:ext uri="{FF2B5EF4-FFF2-40B4-BE49-F238E27FC236}">
                <a16:creationId xmlns:a16="http://schemas.microsoft.com/office/drawing/2014/main" id="{1BB273D3-6CC0-043B-BAC6-040028D5A1C3}"/>
              </a:ext>
            </a:extLst>
          </p:cNvPr>
          <p:cNvSpPr>
            <a:spLocks noGrp="1"/>
          </p:cNvSpPr>
          <p:nvPr>
            <p:ph type="body" idx="34"/>
          </p:nvPr>
        </p:nvSpPr>
        <p:spPr/>
        <p:txBody>
          <a:bodyPr/>
          <a:lstStyle/>
          <a:p>
            <a:r>
              <a:rPr lang="en-US"/>
              <a:t>02</a:t>
            </a:r>
          </a:p>
        </p:txBody>
      </p:sp>
      <p:sp>
        <p:nvSpPr>
          <p:cNvPr id="6" name="Text Placeholder 5">
            <a:extLst>
              <a:ext uri="{FF2B5EF4-FFF2-40B4-BE49-F238E27FC236}">
                <a16:creationId xmlns:a16="http://schemas.microsoft.com/office/drawing/2014/main" id="{FC9A33EA-9F9D-7CA2-2D9B-65D619B33104}"/>
              </a:ext>
            </a:extLst>
          </p:cNvPr>
          <p:cNvSpPr>
            <a:spLocks noGrp="1"/>
          </p:cNvSpPr>
          <p:nvPr>
            <p:ph type="body" idx="35"/>
          </p:nvPr>
        </p:nvSpPr>
        <p:spPr/>
        <p:txBody>
          <a:bodyPr/>
          <a:lstStyle/>
          <a:p>
            <a:r>
              <a:rPr lang="en-US" sz="1200"/>
              <a:t>The distribution warehouse recorded a 12-day restocking delay.</a:t>
            </a:r>
          </a:p>
        </p:txBody>
      </p:sp>
      <p:sp>
        <p:nvSpPr>
          <p:cNvPr id="7" name="Text Placeholder 6">
            <a:extLst>
              <a:ext uri="{FF2B5EF4-FFF2-40B4-BE49-F238E27FC236}">
                <a16:creationId xmlns:a16="http://schemas.microsoft.com/office/drawing/2014/main" id="{CC730575-A537-87F7-2B22-B7DA211B177E}"/>
              </a:ext>
            </a:extLst>
          </p:cNvPr>
          <p:cNvSpPr>
            <a:spLocks noGrp="1"/>
          </p:cNvSpPr>
          <p:nvPr>
            <p:ph type="body" idx="37"/>
          </p:nvPr>
        </p:nvSpPr>
        <p:spPr/>
        <p:txBody>
          <a:bodyPr/>
          <a:lstStyle/>
          <a:p>
            <a:r>
              <a:rPr lang="en-US"/>
              <a:t>03</a:t>
            </a:r>
          </a:p>
        </p:txBody>
      </p:sp>
      <p:sp>
        <p:nvSpPr>
          <p:cNvPr id="8" name="Text Placeholder 7">
            <a:extLst>
              <a:ext uri="{FF2B5EF4-FFF2-40B4-BE49-F238E27FC236}">
                <a16:creationId xmlns:a16="http://schemas.microsoft.com/office/drawing/2014/main" id="{97DE0E08-C929-3749-D7FD-01AD4C208CDA}"/>
              </a:ext>
            </a:extLst>
          </p:cNvPr>
          <p:cNvSpPr>
            <a:spLocks noGrp="1"/>
          </p:cNvSpPr>
          <p:nvPr>
            <p:ph type="body" idx="38"/>
          </p:nvPr>
        </p:nvSpPr>
        <p:spPr/>
        <p:txBody>
          <a:bodyPr/>
          <a:lstStyle/>
          <a:p>
            <a:r>
              <a:rPr lang="en-US" sz="1200"/>
              <a:t>Vendor inconsistencies are a primary contributor to replenishment risk.</a:t>
            </a:r>
          </a:p>
        </p:txBody>
      </p:sp>
      <p:sp>
        <p:nvSpPr>
          <p:cNvPr id="9" name="Text Placeholder 8">
            <a:extLst>
              <a:ext uri="{FF2B5EF4-FFF2-40B4-BE49-F238E27FC236}">
                <a16:creationId xmlns:a16="http://schemas.microsoft.com/office/drawing/2014/main" id="{EC6C3424-EF13-D346-9342-E6390A0D18A1}"/>
              </a:ext>
            </a:extLst>
          </p:cNvPr>
          <p:cNvSpPr>
            <a:spLocks noGrp="1"/>
          </p:cNvSpPr>
          <p:nvPr>
            <p:ph type="body" idx="40"/>
          </p:nvPr>
        </p:nvSpPr>
        <p:spPr/>
        <p:txBody>
          <a:bodyPr/>
          <a:lstStyle/>
          <a:p>
            <a:r>
              <a:rPr lang="en-US"/>
              <a:t>04</a:t>
            </a:r>
          </a:p>
        </p:txBody>
      </p:sp>
      <p:sp>
        <p:nvSpPr>
          <p:cNvPr id="10" name="Text Placeholder 9">
            <a:extLst>
              <a:ext uri="{FF2B5EF4-FFF2-40B4-BE49-F238E27FC236}">
                <a16:creationId xmlns:a16="http://schemas.microsoft.com/office/drawing/2014/main" id="{62AD31B9-A32A-A2C0-B3C3-CD32F2E31CE5}"/>
              </a:ext>
            </a:extLst>
          </p:cNvPr>
          <p:cNvSpPr>
            <a:spLocks noGrp="1"/>
          </p:cNvSpPr>
          <p:nvPr>
            <p:ph type="body" idx="41"/>
          </p:nvPr>
        </p:nvSpPr>
        <p:spPr/>
        <p:txBody>
          <a:bodyPr/>
          <a:lstStyle/>
          <a:p>
            <a:r>
              <a:rPr lang="en-US" sz="1200"/>
              <a:t>The Midwest sales gap is driven mainly by distribution lag, not demand alone.</a:t>
            </a:r>
          </a:p>
        </p:txBody>
      </p:sp>
      <p:pic>
        <p:nvPicPr>
          <p:cNvPr id="16" name="Picture Placeholder 15" descr="Warehouse worker moving a pallet of boxed goods along storage racking">
            <a:extLst>
              <a:ext uri="{FF2B5EF4-FFF2-40B4-BE49-F238E27FC236}">
                <a16:creationId xmlns:a16="http://schemas.microsoft.com/office/drawing/2014/main" id="{4CE7EB14-7305-1DB3-0432-0E2A128D4D68}"/>
              </a:ext>
            </a:extLst>
          </p:cNvPr>
          <p:cNvPicPr>
            <a:picLocks noGrp="1" noChangeAspect="1"/>
          </p:cNvPicPr>
          <p:nvPr>
            <p:ph type="pic" sz="quarter" idx="42"/>
          </p:nvPr>
        </p:nvPicPr>
        <p:blipFill>
          <a:blip r:embed="rId3" cstate="screen">
            <a:extLst>
              <a:ext uri="{28A0092B-C50C-407E-A947-70E740481C1C}">
                <a14:useLocalDpi xmlns:a14="http://schemas.microsoft.com/office/drawing/2010/main"/>
              </a:ext>
            </a:extLst>
          </a:blip>
          <a:srcRect t="7214" b="51216"/>
          <a:stretch/>
        </p:blipFill>
        <p:spPr/>
      </p:pic>
      <p:sp>
        <p:nvSpPr>
          <p:cNvPr id="13" name="Text Placeholder 12">
            <a:extLst>
              <a:ext uri="{FF2B5EF4-FFF2-40B4-BE49-F238E27FC236}">
                <a16:creationId xmlns:a16="http://schemas.microsoft.com/office/drawing/2014/main" id="{47163485-434B-1226-469D-B490E351B697}"/>
              </a:ext>
            </a:extLst>
          </p:cNvPr>
          <p:cNvSpPr>
            <a:spLocks noGrp="1"/>
          </p:cNvSpPr>
          <p:nvPr>
            <p:ph type="body" idx="43"/>
          </p:nvPr>
        </p:nvSpPr>
        <p:spPr/>
        <p:txBody>
          <a:bodyPr/>
          <a:lstStyle/>
          <a:p>
            <a:r>
              <a:rPr lang="en-US"/>
              <a:t>05</a:t>
            </a:r>
          </a:p>
        </p:txBody>
      </p:sp>
      <p:sp>
        <p:nvSpPr>
          <p:cNvPr id="14" name="Text Placeholder 13">
            <a:extLst>
              <a:ext uri="{FF2B5EF4-FFF2-40B4-BE49-F238E27FC236}">
                <a16:creationId xmlns:a16="http://schemas.microsoft.com/office/drawing/2014/main" id="{B4E86CDD-2F9C-712D-29E5-E8D27FCFEED8}"/>
              </a:ext>
            </a:extLst>
          </p:cNvPr>
          <p:cNvSpPr>
            <a:spLocks noGrp="1"/>
          </p:cNvSpPr>
          <p:nvPr>
            <p:ph type="body" idx="44"/>
          </p:nvPr>
        </p:nvSpPr>
        <p:spPr/>
        <p:txBody>
          <a:bodyPr/>
          <a:lstStyle/>
          <a:p>
            <a:r>
              <a:rPr lang="en-US" sz="1200"/>
              <a:t>Visibility into lead time, fill rate, inventory, and escalation thresholds needs strengthening.</a:t>
            </a:r>
          </a:p>
        </p:txBody>
      </p:sp>
    </p:spTree>
    <p:extLst>
      <p:ext uri="{BB962C8B-B14F-4D97-AF65-F5344CB8AC3E}">
        <p14:creationId xmlns:p14="http://schemas.microsoft.com/office/powerpoint/2010/main" val="285589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45920-C968-6288-59A6-E5D4E7217D3F}"/>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50A7AC9C-C93E-DD51-029B-E5C5589FF146}"/>
              </a:ext>
            </a:extLst>
          </p:cNvPr>
          <p:cNvSpPr>
            <a:spLocks noGrp="1"/>
          </p:cNvSpPr>
          <p:nvPr>
            <p:ph type="title"/>
          </p:nvPr>
        </p:nvSpPr>
        <p:spPr/>
        <p:txBody>
          <a:bodyPr/>
          <a:lstStyle/>
          <a:p>
            <a:r>
              <a:rPr lang="en-US" b="1" dirty="0"/>
              <a:t>Data findings: product and category trends</a:t>
            </a:r>
          </a:p>
        </p:txBody>
      </p:sp>
      <p:graphicFrame>
        <p:nvGraphicFramePr>
          <p:cNvPr id="8" name="Marcador de contenido 7" descr="Stacked column chart of Running Shoes units sold by region for Nov 2024 through Jan 2025. Both Northeast and Midwest decline each month, from 4,200 to 3,180 and 3,900 to 2,870 units.">
            <a:extLst>
              <a:ext uri="{FF2B5EF4-FFF2-40B4-BE49-F238E27FC236}">
                <a16:creationId xmlns:a16="http://schemas.microsoft.com/office/drawing/2014/main" id="{25D3EE96-1B53-3193-EA12-82F15111AFB1}"/>
              </a:ext>
              <a:ext uri="{C183D7F6-B498-43B3-948B-1728B52AA6E4}">
                <adec:decorative xmlns:adec="http://schemas.microsoft.com/office/drawing/2017/decorative" val="0"/>
              </a:ext>
            </a:extLst>
          </p:cNvPr>
          <p:cNvGraphicFramePr>
            <a:graphicFrameLocks noGrp="1"/>
          </p:cNvGraphicFramePr>
          <p:nvPr>
            <p:ph sz="half" idx="23"/>
            <p:extLst>
              <p:ext uri="{D42A27DB-BD31-4B8C-83A1-F6EECF244321}">
                <p14:modId xmlns:p14="http://schemas.microsoft.com/office/powerpoint/2010/main" val="3375465441"/>
              </p:ext>
            </p:extLst>
          </p:nvPr>
        </p:nvGraphicFramePr>
        <p:xfrm>
          <a:off x="563563" y="1371600"/>
          <a:ext cx="5367337" cy="475773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ontent Placeholder 2" descr="Clustered column chart of Running Shoes gross revenue in USD thousands by region for Nov 2024 through Jan 2025. Northeast falls from 520 to 389 and Midwest from 484 to 351, mirroring the unit decline.">
            <a:extLst>
              <a:ext uri="{FF2B5EF4-FFF2-40B4-BE49-F238E27FC236}">
                <a16:creationId xmlns:a16="http://schemas.microsoft.com/office/drawing/2014/main" id="{9AE64E81-C2C1-4C49-6CAB-EA6C1C3041C2}"/>
              </a:ext>
              <a:ext uri="{C183D7F6-B498-43B3-948B-1728B52AA6E4}">
                <adec:decorative xmlns:adec="http://schemas.microsoft.com/office/drawing/2017/decorative" val="0"/>
              </a:ext>
            </a:extLst>
          </p:cNvPr>
          <p:cNvGraphicFramePr>
            <a:graphicFrameLocks noGrp="1"/>
          </p:cNvGraphicFramePr>
          <p:nvPr>
            <p:ph sz="half" idx="27"/>
            <p:extLst>
              <p:ext uri="{D42A27DB-BD31-4B8C-83A1-F6EECF244321}">
                <p14:modId xmlns:p14="http://schemas.microsoft.com/office/powerpoint/2010/main" val="3166589726"/>
              </p:ext>
            </p:extLst>
          </p:nvPr>
        </p:nvGraphicFramePr>
        <p:xfrm>
          <a:off x="6273800" y="1371600"/>
          <a:ext cx="5367338" cy="4757738"/>
        </p:xfrm>
        <a:graphic>
          <a:graphicData uri="http://schemas.openxmlformats.org/drawingml/2006/chart">
            <c:chart xmlns:c="http://schemas.openxmlformats.org/drawingml/2006/chart" xmlns:r="http://schemas.openxmlformats.org/officeDocument/2006/relationships" r:id="rId4"/>
          </a:graphicData>
        </a:graphic>
      </p:graphicFrame>
      <p:sp>
        <p:nvSpPr>
          <p:cNvPr id="12" name="Source note" descr="Source note: illustrative figures based on the January to February 2025 sales trends review; the decline is consistent across both regions."/>
          <p:cNvSpPr txBox="1"/>
          <p:nvPr/>
        </p:nvSpPr>
        <p:spPr>
          <a:xfrm>
            <a:off x="563563" y="6210300"/>
            <a:ext cx="11077575" cy="400110"/>
          </a:xfrm>
          <a:prstGeom prst="rect">
            <a:avLst/>
          </a:prstGeom>
          <a:noFill/>
        </p:spPr>
        <p:txBody>
          <a:bodyPr wrap="square" lIns="0" tIns="0" rIns="0" bIns="0" rtlCol="0" anchor="t">
            <a:noAutofit/>
          </a:bodyPr>
          <a:lstStyle/>
          <a:p>
            <a:pPr algn="l">
              <a:buNone/>
            </a:pPr>
            <a:r>
              <a:rPr lang="en-US" sz="1100" dirty="0">
                <a:solidFill>
                  <a:srgbClr val="818180"/>
                </a:solidFill>
                <a:latin typeface="+mn-lt"/>
              </a:rPr>
              <a:t>Illustrative figures based on the January–February 2025 sales trends review. Decline is consistent across both regions.</a:t>
            </a:r>
          </a:p>
        </p:txBody>
      </p:sp>
    </p:spTree>
    <p:extLst>
      <p:ext uri="{BB962C8B-B14F-4D97-AF65-F5344CB8AC3E}">
        <p14:creationId xmlns:p14="http://schemas.microsoft.com/office/powerpoint/2010/main" val="4029792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17092-E458-27D6-141E-BA4D2F73F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0B2BF-D672-9845-4939-9C733D6CF778}"/>
              </a:ext>
            </a:extLst>
          </p:cNvPr>
          <p:cNvSpPr>
            <a:spLocks noGrp="1"/>
          </p:cNvSpPr>
          <p:nvPr>
            <p:ph type="title"/>
          </p:nvPr>
        </p:nvSpPr>
        <p:spPr/>
        <p:txBody>
          <a:bodyPr/>
          <a:lstStyle/>
          <a:p>
            <a:r>
              <a:rPr lang="en-US" b="1"/>
              <a:t>Data findings: regional performance</a:t>
            </a:r>
          </a:p>
        </p:txBody>
      </p:sp>
      <p:graphicFrame>
        <p:nvGraphicFramePr>
          <p:cNvPr id="3" name="Object 2" descr="Line chart of Running Shoes revenue indexed to Nov 2024 = 100. Northeast falls from 100 to 88.7 to 74.8 and Midwest from 100 to 86.4 to 72.5 by Jan 2025, while all other regions stay near flat at 97.5 and 96.1.">
            <a:extLst>
              <a:ext uri="{FF2B5EF4-FFF2-40B4-BE49-F238E27FC236}">
                <a16:creationId xmlns:a16="http://schemas.microsoft.com/office/drawing/2014/main" id="{D124DAA8-02B1-4F14-FAA5-6BC570F765E2}"/>
              </a:ext>
            </a:extLst>
          </p:cNvPr>
          <p:cNvGraphicFramePr>
            <a:graphicFrameLocks/>
          </p:cNvGraphicFramePr>
          <p:nvPr>
            <p:extLst>
              <p:ext uri="{D42A27DB-BD31-4B8C-83A1-F6EECF244321}">
                <p14:modId xmlns:p14="http://schemas.microsoft.com/office/powerpoint/2010/main" val="2915820639"/>
              </p:ext>
            </p:extLst>
          </p:nvPr>
        </p:nvGraphicFramePr>
        <p:xfrm>
          <a:off x="2723174" y="1741381"/>
          <a:ext cx="6919220" cy="3598707"/>
        </p:xfrm>
        <a:graphic>
          <a:graphicData uri="http://schemas.openxmlformats.org/drawingml/2006/chart">
            <c:chart xmlns:c="http://schemas.openxmlformats.org/drawingml/2006/chart" xmlns:r="http://schemas.openxmlformats.org/officeDocument/2006/relationships" r:id="rId3"/>
          </a:graphicData>
        </a:graphic>
      </p:graphicFrame>
      <p:sp>
        <p:nvSpPr>
          <p:cNvPr id="4" name="Key insight callout" descr="Key insight: Northeast and Midwest fall roughly 25 percent while other regions hold flat, showing the gap is regional rather than category-wide."/>
          <p:cNvSpPr txBox="1"/>
          <p:nvPr/>
        </p:nvSpPr>
        <p:spPr>
          <a:xfrm>
            <a:off x="2723174" y="5480000"/>
            <a:ext cx="6919220" cy="620000"/>
          </a:xfrm>
          <a:prstGeom prst="rect">
            <a:avLst/>
          </a:prstGeom>
          <a:noFill/>
        </p:spPr>
        <p:txBody>
          <a:bodyPr wrap="square" lIns="0" tIns="0" rIns="0" bIns="0" anchor="t">
            <a:normAutofit/>
          </a:bodyPr>
          <a:lstStyle/>
          <a:p>
            <a:pPr algn="l">
              <a:buNone/>
            </a:pPr>
            <a:r>
              <a:rPr lang="en-US" sz="1400" b="1">
                <a:latin typeface="+mn-lt"/>
              </a:rPr>
              <a:t>Northeast and Midwest fall 25-28% while other regions hold flat — the gap is regional, not category-wide.</a:t>
            </a:r>
          </a:p>
        </p:txBody>
      </p:sp>
      <p:sp>
        <p:nvSpPr>
          <p:cNvPr id="5" name="Source line" descr="Source note stating the index is illustrative and based on the January to February 2025 sales trends review."/>
          <p:cNvSpPr txBox="1"/>
          <p:nvPr/>
        </p:nvSpPr>
        <p:spPr>
          <a:xfrm>
            <a:off x="2723174" y="6180000"/>
            <a:ext cx="6919220" cy="320000"/>
          </a:xfrm>
          <a:prstGeom prst="rect">
            <a:avLst/>
          </a:prstGeom>
          <a:noFill/>
        </p:spPr>
        <p:txBody>
          <a:bodyPr wrap="square" lIns="0" tIns="0" rIns="0" bIns="0" anchor="t">
            <a:normAutofit/>
          </a:bodyPr>
          <a:lstStyle/>
          <a:p>
            <a:pPr algn="l">
              <a:buNone/>
            </a:pPr>
            <a:r>
              <a:rPr lang="en-US" sz="1100">
                <a:solidFill>
                  <a:srgbClr val="818180"/>
                </a:solidFill>
                <a:latin typeface="+mn-lt"/>
              </a:rPr>
              <a:t>Illustrative index based on the January–February 2025 sales trends review.</a:t>
            </a:r>
          </a:p>
        </p:txBody>
      </p:sp>
    </p:spTree>
    <p:extLst>
      <p:ext uri="{BB962C8B-B14F-4D97-AF65-F5344CB8AC3E}">
        <p14:creationId xmlns:p14="http://schemas.microsoft.com/office/powerpoint/2010/main" val="3318658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CE286-D7D3-E2C7-1740-4CF1AFC3AD2E}"/>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A89B15D4-8B3A-816B-02CB-311940D5D9A8}"/>
              </a:ext>
            </a:extLst>
          </p:cNvPr>
          <p:cNvSpPr>
            <a:spLocks noGrp="1"/>
          </p:cNvSpPr>
          <p:nvPr>
            <p:ph type="title"/>
          </p:nvPr>
        </p:nvSpPr>
        <p:spPr>
          <a:xfrm>
            <a:off x="556467" y="572600"/>
            <a:ext cx="6898434" cy="787908"/>
          </a:xfrm>
        </p:spPr>
        <p:txBody>
          <a:bodyPr/>
          <a:lstStyle/>
          <a:p>
            <a:r>
              <a:rPr kumimoji="0" lang="en-US" sz="3200" b="1" i="0" u="none" strike="noStrike" kern="1200" cap="none" spc="0" normalizeH="0" baseline="0" noProof="0">
                <a:ln>
                  <a:noFill/>
                </a:ln>
                <a:solidFill>
                  <a:schemeClr val="tx1"/>
                </a:solidFill>
                <a:effectLst/>
                <a:uLnTx/>
                <a:uFillTx/>
                <a:latin typeface="Graphik Semibold" panose="020B0503030202060203" pitchFamily="34" charset="77"/>
                <a:ea typeface="+mj-ea"/>
                <a:cs typeface="+mj-cs"/>
              </a:rPr>
              <a:t>Root-cause view</a:t>
            </a:r>
            <a:endParaRPr lang="en-US"/>
          </a:p>
        </p:txBody>
      </p:sp>
      <p:sp>
        <p:nvSpPr>
          <p:cNvPr id="3" name="Marcador de contenido 2">
            <a:extLst>
              <a:ext uri="{FF2B5EF4-FFF2-40B4-BE49-F238E27FC236}">
                <a16:creationId xmlns:a16="http://schemas.microsoft.com/office/drawing/2014/main" id="{3FF67CBE-A9F4-D82A-F77B-47E206C9A97F}"/>
              </a:ext>
            </a:extLst>
          </p:cNvPr>
          <p:cNvSpPr>
            <a:spLocks noGrp="1"/>
          </p:cNvSpPr>
          <p:nvPr>
            <p:ph sz="half" idx="23"/>
          </p:nvPr>
        </p:nvSpPr>
        <p:spPr/>
        <p:txBody>
          <a:bodyPr/>
          <a:lstStyle/>
          <a:p>
            <a:pPr lvl="0"/>
            <a:r>
              <a:rPr lang="en-US" b="1"/>
              <a:t>Supply: </a:t>
            </a:r>
            <a:r>
              <a:rPr lang="en-US"/>
              <a:t>vendor inconsistency, long replenishment lead time, backorders, and warehouse delay.</a:t>
            </a:r>
          </a:p>
          <a:p>
            <a:pPr lvl="0"/>
            <a:r>
              <a:rPr lang="en-US" b="1"/>
              <a:t>Demand: </a:t>
            </a:r>
            <a:r>
              <a:rPr lang="en-US"/>
              <a:t>possible seasonality and uneven regional foot traffic.</a:t>
            </a:r>
          </a:p>
          <a:p>
            <a:pPr lvl="0"/>
            <a:r>
              <a:rPr lang="en-US" b="1"/>
              <a:t>Marketing: </a:t>
            </a:r>
            <a:r>
              <a:rPr lang="en-US"/>
              <a:t>Apparel underexposure and stronger competitor offers in Electronics.</a:t>
            </a:r>
          </a:p>
          <a:p>
            <a:pPr lvl="0"/>
            <a:r>
              <a:rPr lang="en-US" b="1"/>
              <a:t>Customer behavior: </a:t>
            </a:r>
            <a:r>
              <a:rPr lang="en-US"/>
              <a:t>elevated Northeast return rates.</a:t>
            </a:r>
          </a:p>
          <a:p>
            <a:pPr lvl="0"/>
            <a:r>
              <a:rPr lang="en-US" b="1"/>
              <a:t>Management information: </a:t>
            </a:r>
            <a:r>
              <a:rPr lang="en-US"/>
              <a:t>need for shared KPIs, channel-level baselines, and updated forecast assumptions.</a:t>
            </a:r>
          </a:p>
        </p:txBody>
      </p:sp>
      <p:sp>
        <p:nvSpPr>
          <p:cNvPr id="15" name="Text Placeholder 14">
            <a:extLst>
              <a:ext uri="{FF2B5EF4-FFF2-40B4-BE49-F238E27FC236}">
                <a16:creationId xmlns:a16="http://schemas.microsoft.com/office/drawing/2014/main" id="{BDAC31B0-5527-7533-D8BD-6A9A0B560736}"/>
              </a:ext>
            </a:extLst>
          </p:cNvPr>
          <p:cNvSpPr>
            <a:spLocks noGrp="1"/>
          </p:cNvSpPr>
          <p:nvPr>
            <p:ph type="body" sz="quarter" idx="28"/>
          </p:nvPr>
        </p:nvSpPr>
        <p:spPr/>
        <p:txBody>
          <a:bodyPr/>
          <a:lstStyle/>
          <a:p>
            <a:r>
              <a:rPr lang="en-US"/>
              <a:t>12-day warehouse restocking delay</a:t>
            </a:r>
          </a:p>
        </p:txBody>
      </p:sp>
      <p:sp>
        <p:nvSpPr>
          <p:cNvPr id="16" name="Text Placeholder 15">
            <a:extLst>
              <a:ext uri="{FF2B5EF4-FFF2-40B4-BE49-F238E27FC236}">
                <a16:creationId xmlns:a16="http://schemas.microsoft.com/office/drawing/2014/main" id="{3D7E95F1-98AC-35AC-E3C2-7F111AB239B6}"/>
              </a:ext>
            </a:extLst>
          </p:cNvPr>
          <p:cNvSpPr>
            <a:spLocks noGrp="1"/>
          </p:cNvSpPr>
          <p:nvPr>
            <p:ph type="body" sz="quarter" idx="29"/>
          </p:nvPr>
        </p:nvSpPr>
        <p:spPr/>
        <p:txBody>
          <a:bodyPr/>
          <a:lstStyle/>
          <a:p>
            <a:r>
              <a:rPr lang="en-US"/>
              <a:t>Three consecutive months of decline</a:t>
            </a:r>
          </a:p>
        </p:txBody>
      </p:sp>
      <p:sp>
        <p:nvSpPr>
          <p:cNvPr id="17" name="Text Placeholder 16">
            <a:extLst>
              <a:ext uri="{FF2B5EF4-FFF2-40B4-BE49-F238E27FC236}">
                <a16:creationId xmlns:a16="http://schemas.microsoft.com/office/drawing/2014/main" id="{158CFCFD-040F-B06B-8E54-36B103947C95}"/>
              </a:ext>
            </a:extLst>
          </p:cNvPr>
          <p:cNvSpPr>
            <a:spLocks noGrp="1"/>
          </p:cNvSpPr>
          <p:nvPr>
            <p:ph type="body" sz="quarter" idx="30"/>
          </p:nvPr>
        </p:nvSpPr>
        <p:spPr/>
        <p:txBody>
          <a:bodyPr/>
          <a:lstStyle/>
          <a:p>
            <a:r>
              <a:rPr lang="en-US"/>
              <a:t>Two regions, two different root causes</a:t>
            </a:r>
          </a:p>
        </p:txBody>
      </p:sp>
    </p:spTree>
    <p:extLst>
      <p:ext uri="{BB962C8B-B14F-4D97-AF65-F5344CB8AC3E}">
        <p14:creationId xmlns:p14="http://schemas.microsoft.com/office/powerpoint/2010/main" val="1077203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214DC-4811-3C21-5DC8-FC5E85A5652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CD1075-7CFC-225A-0118-09253C391190}"/>
              </a:ext>
            </a:extLst>
          </p:cNvPr>
          <p:cNvSpPr>
            <a:spLocks noGrp="1"/>
          </p:cNvSpPr>
          <p:nvPr>
            <p:ph type="title"/>
          </p:nvPr>
        </p:nvSpPr>
        <p:spPr>
          <a:xfrm>
            <a:off x="556467" y="572600"/>
            <a:ext cx="11084672" cy="393954"/>
          </a:xfrm>
        </p:spPr>
        <p:txBody>
          <a:bodyPr/>
          <a:lstStyle/>
          <a:p>
            <a:r>
              <a:rPr lang="en-US" b="1" noProof="0"/>
              <a:t>Recommended supply chain actions</a:t>
            </a:r>
            <a:endParaRPr lang="en-US"/>
          </a:p>
        </p:txBody>
      </p:sp>
      <p:sp>
        <p:nvSpPr>
          <p:cNvPr id="18" name="Content Placeholder 17">
            <a:extLst>
              <a:ext uri="{FF2B5EF4-FFF2-40B4-BE49-F238E27FC236}">
                <a16:creationId xmlns:a16="http://schemas.microsoft.com/office/drawing/2014/main" id="{2C4AC86F-1131-A00D-03D9-E64639C75E8E}"/>
              </a:ext>
            </a:extLst>
          </p:cNvPr>
          <p:cNvSpPr>
            <a:spLocks noGrp="1"/>
          </p:cNvSpPr>
          <p:nvPr>
            <p:ph sz="half" idx="23"/>
          </p:nvPr>
        </p:nvSpPr>
        <p:spPr>
          <a:xfrm>
            <a:off x="563411" y="1371600"/>
            <a:ext cx="5366829" cy="4757738"/>
          </a:xfrm>
        </p:spPr>
        <p:txBody>
          <a:bodyPr/>
          <a:lstStyle/>
          <a:p>
            <a:r>
              <a:rPr lang="en-US" dirty="0"/>
              <a:t>Complete the root-cause review of the 12-day warehouse delay.</a:t>
            </a:r>
          </a:p>
          <a:p>
            <a:r>
              <a:rPr lang="en-US" dirty="0"/>
              <a:t>Implement dual-supplier sourcing before the next replenishment cycle.</a:t>
            </a:r>
          </a:p>
          <a:p>
            <a:r>
              <a:rPr lang="en-US" dirty="0"/>
              <a:t>Monitor supplier lead time and fill rate weekly.</a:t>
            </a:r>
          </a:p>
        </p:txBody>
      </p:sp>
      <p:sp>
        <p:nvSpPr>
          <p:cNvPr id="20" name="Content Placeholder 19">
            <a:extLst>
              <a:ext uri="{FF2B5EF4-FFF2-40B4-BE49-F238E27FC236}">
                <a16:creationId xmlns:a16="http://schemas.microsoft.com/office/drawing/2014/main" id="{FF72326F-82DC-9411-CDB2-2FF88754B99B}"/>
              </a:ext>
            </a:extLst>
          </p:cNvPr>
          <p:cNvSpPr>
            <a:spLocks noGrp="1"/>
          </p:cNvSpPr>
          <p:nvPr>
            <p:ph sz="half" idx="27"/>
          </p:nvPr>
        </p:nvSpPr>
        <p:spPr>
          <a:xfrm>
            <a:off x="6274309" y="1371600"/>
            <a:ext cx="5366829" cy="4757738"/>
          </a:xfrm>
        </p:spPr>
        <p:txBody>
          <a:bodyPr/>
          <a:lstStyle/>
          <a:p>
            <a:r>
              <a:rPr lang="en-US" dirty="0"/>
              <a:t>Define escalation thresholds, backup allocation rules, and replenishment controls.</a:t>
            </a:r>
          </a:p>
          <a:p>
            <a:r>
              <a:rPr lang="en-US" dirty="0"/>
              <a:t>Measure improvement through shorter restocking lead time, fewer backorders, and a higher in-stock rate.</a:t>
            </a:r>
          </a:p>
        </p:txBody>
      </p:sp>
    </p:spTree>
    <p:extLst>
      <p:ext uri="{BB962C8B-B14F-4D97-AF65-F5344CB8AC3E}">
        <p14:creationId xmlns:p14="http://schemas.microsoft.com/office/powerpoint/2010/main" val="4171654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68AAD8-8CFC-6311-1FB5-3DDECF5C498D}"/>
              </a:ext>
            </a:extLst>
          </p:cNvPr>
          <p:cNvSpPr>
            <a:spLocks noGrp="1"/>
          </p:cNvSpPr>
          <p:nvPr>
            <p:ph type="title"/>
          </p:nvPr>
        </p:nvSpPr>
        <p:spPr>
          <a:xfrm>
            <a:off x="556467" y="572600"/>
            <a:ext cx="11084672" cy="393954"/>
          </a:xfrm>
        </p:spPr>
        <p:txBody>
          <a:bodyPr/>
          <a:lstStyle/>
          <a:p>
            <a:r>
              <a:rPr lang="en-US" b="1" noProof="0"/>
              <a:t>Recommended commercial and regional actions</a:t>
            </a:r>
            <a:endParaRPr lang="en-US"/>
          </a:p>
        </p:txBody>
      </p:sp>
      <p:sp>
        <p:nvSpPr>
          <p:cNvPr id="9" name="Content Placeholder 8">
            <a:extLst>
              <a:ext uri="{FF2B5EF4-FFF2-40B4-BE49-F238E27FC236}">
                <a16:creationId xmlns:a16="http://schemas.microsoft.com/office/drawing/2014/main" id="{F9C165F7-A0D6-91E3-61DD-1F0753896D97}"/>
              </a:ext>
            </a:extLst>
          </p:cNvPr>
          <p:cNvSpPr>
            <a:spLocks noGrp="1"/>
          </p:cNvSpPr>
          <p:nvPr>
            <p:ph idx="1"/>
          </p:nvPr>
        </p:nvSpPr>
        <p:spPr/>
        <p:txBody>
          <a:bodyPr/>
          <a:lstStyle/>
          <a:p>
            <a:pPr lvl="0"/>
            <a:r>
              <a:rPr lang="en-US" dirty="0"/>
              <a:t>Launch a social-first Running Shoes pilot using short-form video and influencer partnerships.</a:t>
            </a:r>
          </a:p>
          <a:p>
            <a:pPr lvl="0"/>
            <a:r>
              <a:rPr lang="en-US" dirty="0"/>
              <a:t>Define target audience, budget, channels, and campaign reporting before launch.</a:t>
            </a:r>
          </a:p>
          <a:p>
            <a:pPr lvl="0"/>
            <a:r>
              <a:rPr lang="en-US" dirty="0"/>
              <a:t>Develop an improved Electronics promotional calendar informed by competitor bundle and rebate patterns.</a:t>
            </a:r>
          </a:p>
          <a:p>
            <a:pPr lvl="0"/>
            <a:r>
              <a:rPr lang="en-US" dirty="0"/>
              <a:t>Validate Northeast traffic and return drivers, including pricing and regional campaign options.</a:t>
            </a:r>
          </a:p>
          <a:p>
            <a:pPr lvl="0"/>
            <a:r>
              <a:rPr lang="en-US" dirty="0"/>
              <a:t>Quantify the Midwest distribution lag and reflect it in regional action planning.</a:t>
            </a:r>
          </a:p>
        </p:txBody>
      </p:sp>
    </p:spTree>
    <p:extLst>
      <p:ext uri="{BB962C8B-B14F-4D97-AF65-F5344CB8AC3E}">
        <p14:creationId xmlns:p14="http://schemas.microsoft.com/office/powerpoint/2010/main" val="724225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BCCB7-E8F3-4F94-1AE0-90F8C05D81C3}"/>
            </a:ext>
          </a:extLst>
        </p:cNvPr>
        <p:cNvGrpSpPr/>
        <p:nvPr/>
      </p:nvGrpSpPr>
      <p:grpSpPr>
        <a:xfrm>
          <a:off x="0" y="0"/>
          <a:ext cx="0" cy="0"/>
          <a:chOff x="0" y="0"/>
          <a:chExt cx="0" cy="0"/>
        </a:xfrm>
      </p:grpSpPr>
      <p:sp>
        <p:nvSpPr>
          <p:cNvPr id="29" name="Title 28">
            <a:extLst>
              <a:ext uri="{FF2B5EF4-FFF2-40B4-BE49-F238E27FC236}">
                <a16:creationId xmlns:a16="http://schemas.microsoft.com/office/drawing/2014/main" id="{4A9FB866-3F74-D137-00DA-D9AB2674A867}"/>
              </a:ext>
            </a:extLst>
          </p:cNvPr>
          <p:cNvSpPr>
            <a:spLocks noGrp="1"/>
          </p:cNvSpPr>
          <p:nvPr>
            <p:ph type="title"/>
          </p:nvPr>
        </p:nvSpPr>
        <p:spPr>
          <a:xfrm>
            <a:off x="556467" y="572600"/>
            <a:ext cx="11109212" cy="393954"/>
          </a:xfrm>
        </p:spPr>
        <p:txBody>
          <a:bodyPr/>
          <a:lstStyle/>
          <a:p>
            <a:r>
              <a:rPr lang="en-US" b="1" noProof="0"/>
              <a:t>Action plan, owners, and timing</a:t>
            </a:r>
            <a:endParaRPr lang="en-US"/>
          </a:p>
        </p:txBody>
      </p:sp>
      <p:sp>
        <p:nvSpPr>
          <p:cNvPr id="2" name="Marcador de texto 1">
            <a:extLst>
              <a:ext uri="{FF2B5EF4-FFF2-40B4-BE49-F238E27FC236}">
                <a16:creationId xmlns:a16="http://schemas.microsoft.com/office/drawing/2014/main" id="{74C33D35-D693-C566-5669-FD276F68A819}"/>
              </a:ext>
            </a:extLst>
          </p:cNvPr>
          <p:cNvSpPr>
            <a:spLocks noGrp="1"/>
          </p:cNvSpPr>
          <p:nvPr>
            <p:ph type="body" sz="quarter" idx="26"/>
          </p:nvPr>
        </p:nvSpPr>
        <p:spPr>
          <a:xfrm>
            <a:off x="563411" y="1166813"/>
            <a:ext cx="11077727" cy="384048"/>
          </a:xfrm>
        </p:spPr>
        <p:txBody>
          <a:bodyPr/>
          <a:lstStyle/>
          <a:p>
            <a:r>
              <a:rPr lang="en-GB" dirty="0"/>
              <a:t>Governance runs across all four workstreams — Sarah Thompson, biweekly sync, progress report, and forecast integration, immediate and ongoing.</a:t>
            </a:r>
            <a:endParaRPr lang="en-US" dirty="0"/>
          </a:p>
        </p:txBody>
      </p:sp>
      <p:sp>
        <p:nvSpPr>
          <p:cNvPr id="4" name="Marcador de texto 3">
            <a:extLst>
              <a:ext uri="{FF2B5EF4-FFF2-40B4-BE49-F238E27FC236}">
                <a16:creationId xmlns:a16="http://schemas.microsoft.com/office/drawing/2014/main" id="{459E5BCB-6BA5-F5E6-D0C0-3BF60AE40F27}"/>
              </a:ext>
            </a:extLst>
          </p:cNvPr>
          <p:cNvSpPr>
            <a:spLocks noGrp="1"/>
          </p:cNvSpPr>
          <p:nvPr>
            <p:ph type="body" idx="18"/>
          </p:nvPr>
        </p:nvSpPr>
        <p:spPr>
          <a:xfrm>
            <a:off x="561427" y="2116267"/>
            <a:ext cx="2578828" cy="457200"/>
          </a:xfrm>
        </p:spPr>
        <p:txBody>
          <a:bodyPr/>
          <a:lstStyle/>
          <a:p>
            <a:r>
              <a:rPr lang="en-GB" dirty="0"/>
              <a:t>01</a:t>
            </a:r>
            <a:endParaRPr lang="en-US" dirty="0"/>
          </a:p>
        </p:txBody>
      </p:sp>
      <p:sp>
        <p:nvSpPr>
          <p:cNvPr id="8" name="Marcador de texto 7">
            <a:extLst>
              <a:ext uri="{FF2B5EF4-FFF2-40B4-BE49-F238E27FC236}">
                <a16:creationId xmlns:a16="http://schemas.microsoft.com/office/drawing/2014/main" id="{00D8C62A-1E19-B18F-BE02-FBFC193FD551}"/>
              </a:ext>
            </a:extLst>
          </p:cNvPr>
          <p:cNvSpPr>
            <a:spLocks noGrp="1"/>
          </p:cNvSpPr>
          <p:nvPr>
            <p:ph type="body" idx="1"/>
          </p:nvPr>
        </p:nvSpPr>
        <p:spPr>
          <a:xfrm>
            <a:off x="561427" y="2573467"/>
            <a:ext cx="2578828" cy="822960"/>
          </a:xfrm>
        </p:spPr>
        <p:txBody>
          <a:bodyPr/>
          <a:lstStyle/>
          <a:p>
            <a:r>
              <a:rPr lang="en-GB" dirty="0"/>
              <a:t>Stock resilience</a:t>
            </a:r>
            <a:endParaRPr lang="en-US" dirty="0"/>
          </a:p>
        </p:txBody>
      </p:sp>
      <p:sp>
        <p:nvSpPr>
          <p:cNvPr id="7" name="Marcador de contenido 6">
            <a:extLst>
              <a:ext uri="{FF2B5EF4-FFF2-40B4-BE49-F238E27FC236}">
                <a16:creationId xmlns:a16="http://schemas.microsoft.com/office/drawing/2014/main" id="{9E14C1E0-E0C8-F4B5-AC1E-53AE12AC7B90}"/>
              </a:ext>
            </a:extLst>
          </p:cNvPr>
          <p:cNvSpPr>
            <a:spLocks noGrp="1"/>
          </p:cNvSpPr>
          <p:nvPr>
            <p:ph sz="half" idx="28"/>
          </p:nvPr>
        </p:nvSpPr>
        <p:spPr>
          <a:xfrm>
            <a:off x="561427" y="3396428"/>
            <a:ext cx="2578828" cy="2761615"/>
          </a:xfrm>
        </p:spPr>
        <p:txBody>
          <a:bodyPr/>
          <a:lstStyle/>
          <a:p>
            <a:pPr lvl="0"/>
            <a:r>
              <a:rPr lang="en-US" dirty="0"/>
              <a:t>Root-cause review, dual sourcing, and supplier monitoring.</a:t>
            </a:r>
          </a:p>
          <a:p>
            <a:pPr lvl="0"/>
            <a:r>
              <a:rPr lang="en-US" b="1" dirty="0"/>
              <a:t>Owner: </a:t>
            </a:r>
            <a:r>
              <a:rPr lang="en-US" dirty="0"/>
              <a:t>Alex Turner</a:t>
            </a:r>
          </a:p>
          <a:p>
            <a:pPr lvl="0"/>
            <a:r>
              <a:rPr lang="en-US" b="1" dirty="0"/>
              <a:t>Timing: </a:t>
            </a:r>
            <a:r>
              <a:rPr lang="en-US" dirty="0"/>
              <a:t>Before next replenishment cycle</a:t>
            </a:r>
          </a:p>
        </p:txBody>
      </p:sp>
      <p:sp>
        <p:nvSpPr>
          <p:cNvPr id="5" name="Marcador de texto 4">
            <a:extLst>
              <a:ext uri="{FF2B5EF4-FFF2-40B4-BE49-F238E27FC236}">
                <a16:creationId xmlns:a16="http://schemas.microsoft.com/office/drawing/2014/main" id="{B66D6F4C-C0F5-8798-DE62-274E8F654278}"/>
              </a:ext>
            </a:extLst>
          </p:cNvPr>
          <p:cNvSpPr>
            <a:spLocks noGrp="1"/>
          </p:cNvSpPr>
          <p:nvPr>
            <p:ph type="body" idx="34"/>
          </p:nvPr>
        </p:nvSpPr>
        <p:spPr>
          <a:xfrm>
            <a:off x="3403235" y="2116142"/>
            <a:ext cx="2578828" cy="457200"/>
          </a:xfrm>
        </p:spPr>
        <p:txBody>
          <a:bodyPr/>
          <a:lstStyle/>
          <a:p>
            <a:r>
              <a:rPr lang="en-US"/>
              <a:t>02</a:t>
            </a:r>
          </a:p>
        </p:txBody>
      </p:sp>
      <p:sp>
        <p:nvSpPr>
          <p:cNvPr id="9" name="Marcador de texto 8">
            <a:extLst>
              <a:ext uri="{FF2B5EF4-FFF2-40B4-BE49-F238E27FC236}">
                <a16:creationId xmlns:a16="http://schemas.microsoft.com/office/drawing/2014/main" id="{CBE44CF3-1DE1-E354-725F-C9CF4D05429E}"/>
              </a:ext>
            </a:extLst>
          </p:cNvPr>
          <p:cNvSpPr>
            <a:spLocks noGrp="1"/>
          </p:cNvSpPr>
          <p:nvPr>
            <p:ph type="body" idx="35"/>
          </p:nvPr>
        </p:nvSpPr>
        <p:spPr>
          <a:xfrm>
            <a:off x="3403235" y="2573342"/>
            <a:ext cx="2578828" cy="822960"/>
          </a:xfrm>
        </p:spPr>
        <p:txBody>
          <a:bodyPr/>
          <a:lstStyle/>
          <a:p>
            <a:r>
              <a:rPr lang="en-GB"/>
              <a:t>Regional performance</a:t>
            </a:r>
          </a:p>
        </p:txBody>
      </p:sp>
      <p:sp>
        <p:nvSpPr>
          <p:cNvPr id="3" name="Marcador de contenido 2">
            <a:extLst>
              <a:ext uri="{FF2B5EF4-FFF2-40B4-BE49-F238E27FC236}">
                <a16:creationId xmlns:a16="http://schemas.microsoft.com/office/drawing/2014/main" id="{C5A61D06-64F3-E682-3389-64C2FFA94D33}"/>
              </a:ext>
            </a:extLst>
          </p:cNvPr>
          <p:cNvSpPr>
            <a:spLocks noGrp="1"/>
          </p:cNvSpPr>
          <p:nvPr>
            <p:ph sz="half" idx="36"/>
          </p:nvPr>
        </p:nvSpPr>
        <p:spPr>
          <a:xfrm>
            <a:off x="3403235" y="3396301"/>
            <a:ext cx="2578828" cy="2761615"/>
          </a:xfrm>
        </p:spPr>
        <p:txBody>
          <a:bodyPr/>
          <a:lstStyle/>
          <a:p>
            <a:pPr lvl="0"/>
            <a:r>
              <a:rPr lang="en-US" dirty="0"/>
              <a:t>Regional and channel-level recommendations.</a:t>
            </a:r>
          </a:p>
          <a:p>
            <a:pPr lvl="0"/>
            <a:r>
              <a:rPr lang="en-US" b="1" dirty="0"/>
              <a:t>Owner: </a:t>
            </a:r>
            <a:r>
              <a:rPr lang="en-US" dirty="0"/>
              <a:t>Emily Davis</a:t>
            </a:r>
          </a:p>
          <a:p>
            <a:pPr lvl="0"/>
            <a:r>
              <a:rPr lang="en-US" b="1" dirty="0"/>
              <a:t>Timing: </a:t>
            </a:r>
            <a:r>
              <a:rPr lang="en-US" dirty="0"/>
              <a:t>Next forecast cycle</a:t>
            </a:r>
          </a:p>
        </p:txBody>
      </p:sp>
      <p:sp>
        <p:nvSpPr>
          <p:cNvPr id="10" name="Marcador de texto 9">
            <a:extLst>
              <a:ext uri="{FF2B5EF4-FFF2-40B4-BE49-F238E27FC236}">
                <a16:creationId xmlns:a16="http://schemas.microsoft.com/office/drawing/2014/main" id="{C09681DF-4511-63A6-2E4C-7DE4C846125E}"/>
              </a:ext>
            </a:extLst>
          </p:cNvPr>
          <p:cNvSpPr>
            <a:spLocks noGrp="1"/>
          </p:cNvSpPr>
          <p:nvPr>
            <p:ph type="body" idx="37"/>
          </p:nvPr>
        </p:nvSpPr>
        <p:spPr>
          <a:xfrm>
            <a:off x="6245043" y="2116142"/>
            <a:ext cx="2578828" cy="457200"/>
          </a:xfrm>
        </p:spPr>
        <p:txBody>
          <a:bodyPr/>
          <a:lstStyle/>
          <a:p>
            <a:r>
              <a:rPr lang="en-US"/>
              <a:t>03</a:t>
            </a:r>
          </a:p>
        </p:txBody>
      </p:sp>
      <p:sp>
        <p:nvSpPr>
          <p:cNvPr id="11" name="Marcador de texto 10">
            <a:extLst>
              <a:ext uri="{FF2B5EF4-FFF2-40B4-BE49-F238E27FC236}">
                <a16:creationId xmlns:a16="http://schemas.microsoft.com/office/drawing/2014/main" id="{55D62076-8F00-D850-DD48-0E963483C107}"/>
              </a:ext>
            </a:extLst>
          </p:cNvPr>
          <p:cNvSpPr>
            <a:spLocks noGrp="1"/>
          </p:cNvSpPr>
          <p:nvPr>
            <p:ph type="body" idx="38"/>
          </p:nvPr>
        </p:nvSpPr>
        <p:spPr>
          <a:xfrm>
            <a:off x="6245043" y="2573342"/>
            <a:ext cx="2578828" cy="822960"/>
          </a:xfrm>
        </p:spPr>
        <p:txBody>
          <a:bodyPr/>
          <a:lstStyle/>
          <a:p>
            <a:r>
              <a:rPr lang="en-GB"/>
              <a:t>Apparel marketing</a:t>
            </a:r>
          </a:p>
        </p:txBody>
      </p:sp>
      <p:sp>
        <p:nvSpPr>
          <p:cNvPr id="12" name="Marcador de contenido 11">
            <a:extLst>
              <a:ext uri="{FF2B5EF4-FFF2-40B4-BE49-F238E27FC236}">
                <a16:creationId xmlns:a16="http://schemas.microsoft.com/office/drawing/2014/main" id="{35B903B6-F88C-0665-43A9-3E1F435BAD3F}"/>
              </a:ext>
            </a:extLst>
          </p:cNvPr>
          <p:cNvSpPr>
            <a:spLocks noGrp="1"/>
          </p:cNvSpPr>
          <p:nvPr>
            <p:ph sz="half" idx="39"/>
          </p:nvPr>
        </p:nvSpPr>
        <p:spPr>
          <a:xfrm>
            <a:off x="6245043" y="3396301"/>
            <a:ext cx="2578828" cy="2761615"/>
          </a:xfrm>
        </p:spPr>
        <p:txBody>
          <a:bodyPr/>
          <a:lstStyle/>
          <a:p>
            <a:pPr lvl="0"/>
            <a:r>
              <a:rPr lang="en-US"/>
              <a:t>Running Shoes social campaign pilot.</a:t>
            </a:r>
          </a:p>
          <a:p>
            <a:pPr lvl="0"/>
            <a:r>
              <a:rPr lang="en-US" b="1"/>
              <a:t>Owner: </a:t>
            </a:r>
            <a:r>
              <a:rPr lang="en-US"/>
              <a:t>James Lee</a:t>
            </a:r>
          </a:p>
          <a:p>
            <a:pPr lvl="0"/>
            <a:r>
              <a:rPr lang="en-US" b="1"/>
              <a:t>Timing: </a:t>
            </a:r>
            <a:r>
              <a:rPr lang="en-US"/>
              <a:t>Early February 2025</a:t>
            </a:r>
          </a:p>
        </p:txBody>
      </p:sp>
      <p:sp>
        <p:nvSpPr>
          <p:cNvPr id="13" name="Marcador de texto 12">
            <a:extLst>
              <a:ext uri="{FF2B5EF4-FFF2-40B4-BE49-F238E27FC236}">
                <a16:creationId xmlns:a16="http://schemas.microsoft.com/office/drawing/2014/main" id="{E468CB9D-39E5-FE76-6BAA-0E8449895D3E}"/>
              </a:ext>
            </a:extLst>
          </p:cNvPr>
          <p:cNvSpPr>
            <a:spLocks noGrp="1"/>
          </p:cNvSpPr>
          <p:nvPr>
            <p:ph type="body" idx="40"/>
          </p:nvPr>
        </p:nvSpPr>
        <p:spPr>
          <a:xfrm>
            <a:off x="9086850" y="2116142"/>
            <a:ext cx="2578828" cy="457200"/>
          </a:xfrm>
        </p:spPr>
        <p:txBody>
          <a:bodyPr/>
          <a:lstStyle/>
          <a:p>
            <a:r>
              <a:rPr lang="en-US"/>
              <a:t>04</a:t>
            </a:r>
          </a:p>
        </p:txBody>
      </p:sp>
      <p:sp>
        <p:nvSpPr>
          <p:cNvPr id="14" name="Marcador de texto 13">
            <a:extLst>
              <a:ext uri="{FF2B5EF4-FFF2-40B4-BE49-F238E27FC236}">
                <a16:creationId xmlns:a16="http://schemas.microsoft.com/office/drawing/2014/main" id="{485B1E89-E3F5-2DC2-096D-39E23828D8BF}"/>
              </a:ext>
            </a:extLst>
          </p:cNvPr>
          <p:cNvSpPr>
            <a:spLocks noGrp="1"/>
          </p:cNvSpPr>
          <p:nvPr>
            <p:ph type="body" idx="41"/>
          </p:nvPr>
        </p:nvSpPr>
        <p:spPr>
          <a:xfrm>
            <a:off x="9086850" y="2573342"/>
            <a:ext cx="2578828" cy="822960"/>
          </a:xfrm>
        </p:spPr>
        <p:txBody>
          <a:bodyPr/>
          <a:lstStyle/>
          <a:p>
            <a:r>
              <a:rPr lang="en-GB"/>
              <a:t>Competitive promotions</a:t>
            </a:r>
          </a:p>
        </p:txBody>
      </p:sp>
      <p:sp>
        <p:nvSpPr>
          <p:cNvPr id="15" name="Marcador de contenido 14">
            <a:extLst>
              <a:ext uri="{FF2B5EF4-FFF2-40B4-BE49-F238E27FC236}">
                <a16:creationId xmlns:a16="http://schemas.microsoft.com/office/drawing/2014/main" id="{231F73BF-6A6D-50C0-6095-3EC9BD80729E}"/>
              </a:ext>
            </a:extLst>
          </p:cNvPr>
          <p:cNvSpPr>
            <a:spLocks noGrp="1"/>
          </p:cNvSpPr>
          <p:nvPr>
            <p:ph sz="half" idx="42"/>
          </p:nvPr>
        </p:nvSpPr>
        <p:spPr>
          <a:xfrm>
            <a:off x="9086850" y="3396301"/>
            <a:ext cx="2578828" cy="2761615"/>
          </a:xfrm>
        </p:spPr>
        <p:txBody>
          <a:bodyPr/>
          <a:lstStyle/>
          <a:p>
            <a:pPr lvl="0"/>
            <a:r>
              <a:rPr lang="en-US"/>
              <a:t>Electronics timing and offer recommendations.</a:t>
            </a:r>
          </a:p>
          <a:p>
            <a:pPr lvl="0"/>
            <a:r>
              <a:rPr lang="en-US" b="1"/>
              <a:t>Owner: </a:t>
            </a:r>
            <a:r>
              <a:rPr lang="en-US"/>
              <a:t>John Smith</a:t>
            </a:r>
          </a:p>
          <a:p>
            <a:pPr lvl="0"/>
            <a:r>
              <a:rPr lang="en-US" b="1"/>
              <a:t>Timing: </a:t>
            </a:r>
            <a:r>
              <a:rPr lang="en-US"/>
              <a:t>Next forecast cycle</a:t>
            </a:r>
          </a:p>
        </p:txBody>
      </p:sp>
    </p:spTree>
    <p:extLst>
      <p:ext uri="{BB962C8B-B14F-4D97-AF65-F5344CB8AC3E}">
        <p14:creationId xmlns:p14="http://schemas.microsoft.com/office/powerpoint/2010/main" val="90836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A012E66-06FB-F74C-A74A-02D46723AB6E}"/>
              </a:ext>
            </a:extLst>
          </p:cNvPr>
          <p:cNvSpPr>
            <a:spLocks noGrp="1"/>
          </p:cNvSpPr>
          <p:nvPr>
            <p:ph type="title"/>
          </p:nvPr>
        </p:nvSpPr>
        <p:spPr>
          <a:xfrm>
            <a:off x="556467" y="572600"/>
            <a:ext cx="11084672" cy="393954"/>
          </a:xfrm>
        </p:spPr>
        <p:txBody>
          <a:bodyPr/>
          <a:lstStyle/>
          <a:p>
            <a:r>
              <a:rPr lang="en-US" b="1" noProof="0"/>
              <a:t>KPIs and success measures</a:t>
            </a:r>
            <a:endParaRPr lang="en-US"/>
          </a:p>
        </p:txBody>
      </p:sp>
      <p:sp>
        <p:nvSpPr>
          <p:cNvPr id="17" name="Text Placeholder 3">
            <a:extLst>
              <a:ext uri="{FF2B5EF4-FFF2-40B4-BE49-F238E27FC236}">
                <a16:creationId xmlns:a16="http://schemas.microsoft.com/office/drawing/2014/main" id="{40C8AC14-ABD3-3366-AACE-9C939C5123E5}"/>
              </a:ext>
            </a:extLst>
          </p:cNvPr>
          <p:cNvSpPr>
            <a:spLocks noGrp="1"/>
          </p:cNvSpPr>
          <p:nvPr>
            <p:ph type="body" sz="quarter" idx="32"/>
          </p:nvPr>
        </p:nvSpPr>
        <p:spPr>
          <a:xfrm>
            <a:off x="563412" y="1109663"/>
            <a:ext cx="11084672" cy="384048"/>
          </a:xfrm>
        </p:spPr>
        <p:txBody>
          <a:bodyPr anchor="t"/>
          <a:lstStyle>
            <a:lvl1pPr marL="0" indent="0">
              <a:spcAft>
                <a:spcPts val="0"/>
              </a:spcAft>
              <a:buNone/>
              <a:defRPr sz="1800" b="0" i="0">
                <a:solidFill>
                  <a:schemeClr val="accent1"/>
                </a:solidFill>
                <a:latin typeface="Graphik" panose="020B0503030202060203" pitchFamily="34" charset="77"/>
              </a:defRPr>
            </a:lvl1pPr>
          </a:lstStyle>
          <a:p>
            <a:pPr lvl="0"/>
            <a:r>
              <a:rPr lang="en-GB"/>
              <a:t>What we will track to confirm the recovery is real</a:t>
            </a:r>
            <a:endParaRPr lang="en-US"/>
          </a:p>
        </p:txBody>
      </p:sp>
      <p:pic>
        <p:nvPicPr>
          <p:cNvPr id="41" name="Picture Placeholder 40" descr="Stacked cargo boxes representing warehouse logistics and restocking"/>
          <p:cNvPicPr>
            <a:picLocks noGrp="1" noChangeAspect="1"/>
          </p:cNvPicPr>
          <p:nvPr>
            <p:ph type="pic" sz="quarter" idx="14"/>
          </p:nvPr>
        </p:nvPicPr>
        <p:blipFill>
          <a:blip r:embed="rId3"/>
          <a:stretch>
            <a:fillRect/>
          </a:stretch>
        </p:blipFill>
        <p:spPr>
          <a:xfrm>
            <a:off x="563411" y="1991444"/>
            <a:ext cx="1312792" cy="1312792"/>
          </a:xfrm>
          <a:prstGeom prst="rect">
            <a:avLst/>
          </a:prstGeom>
        </p:spPr>
      </p:pic>
      <p:sp>
        <p:nvSpPr>
          <p:cNvPr id="9" name="Marcador de texto 8">
            <a:extLst>
              <a:ext uri="{FF2B5EF4-FFF2-40B4-BE49-F238E27FC236}">
                <a16:creationId xmlns:a16="http://schemas.microsoft.com/office/drawing/2014/main" id="{EEA75ED5-B8E2-4ACB-DF86-0A33EAE77E73}"/>
              </a:ext>
            </a:extLst>
          </p:cNvPr>
          <p:cNvSpPr>
            <a:spLocks noGrp="1"/>
          </p:cNvSpPr>
          <p:nvPr>
            <p:ph type="body" sz="quarter" idx="19"/>
          </p:nvPr>
        </p:nvSpPr>
        <p:spPr>
          <a:xfrm>
            <a:off x="563411" y="3648454"/>
            <a:ext cx="1629646" cy="1971541"/>
          </a:xfrm>
        </p:spPr>
        <p:txBody>
          <a:bodyPr/>
          <a:lstStyle/>
          <a:p>
            <a:pPr lvl="0"/>
            <a:r>
              <a:rPr lang="en-US" b="1"/>
              <a:t>Supply</a:t>
            </a:r>
          </a:p>
          <a:p>
            <a:pPr lvl="2"/>
            <a:r>
              <a:rPr lang="en-US"/>
              <a:t>Restocking lead time, supplier fill rate, backorders, and in-stock rate.</a:t>
            </a:r>
          </a:p>
        </p:txBody>
      </p:sp>
      <p:pic>
        <p:nvPicPr>
          <p:cNvPr id="42" name="Picture Placeholder 41" descr="Rising bar chart with upward arrow representing revenue growth"/>
          <p:cNvPicPr>
            <a:picLocks noGrp="1" noChangeAspect="1"/>
          </p:cNvPicPr>
          <p:nvPr>
            <p:ph type="pic" sz="quarter" idx="24"/>
          </p:nvPr>
        </p:nvPicPr>
        <p:blipFill>
          <a:blip r:embed="rId4"/>
          <a:stretch>
            <a:fillRect/>
          </a:stretch>
        </p:blipFill>
        <p:spPr>
          <a:xfrm>
            <a:off x="2925431" y="1991444"/>
            <a:ext cx="1312792" cy="1312792"/>
          </a:xfrm>
          <a:prstGeom prst="rect">
            <a:avLst/>
          </a:prstGeom>
        </p:spPr>
      </p:pic>
      <p:sp>
        <p:nvSpPr>
          <p:cNvPr id="64" name="Text Placeholder 63">
            <a:extLst>
              <a:ext uri="{FF2B5EF4-FFF2-40B4-BE49-F238E27FC236}">
                <a16:creationId xmlns:a16="http://schemas.microsoft.com/office/drawing/2014/main" id="{BE58D183-22C0-1601-AE5C-E92D81149D41}"/>
              </a:ext>
            </a:extLst>
          </p:cNvPr>
          <p:cNvSpPr>
            <a:spLocks noGrp="1"/>
          </p:cNvSpPr>
          <p:nvPr>
            <p:ph type="body" sz="quarter" idx="28"/>
          </p:nvPr>
        </p:nvSpPr>
        <p:spPr>
          <a:xfrm>
            <a:off x="2925431" y="3648454"/>
            <a:ext cx="1629646" cy="1971541"/>
          </a:xfrm>
        </p:spPr>
        <p:txBody>
          <a:bodyPr/>
          <a:lstStyle/>
          <a:p>
            <a:pPr lvl="0"/>
            <a:r>
              <a:rPr lang="en-US" b="1"/>
              <a:t>Sales</a:t>
            </a:r>
          </a:p>
          <a:p>
            <a:pPr lvl="2"/>
            <a:r>
              <a:rPr lang="en-US"/>
              <a:t>Running Shoes units sold and gross revenue by region and channel.</a:t>
            </a:r>
          </a:p>
        </p:txBody>
      </p:sp>
      <p:pic>
        <p:nvPicPr>
          <p:cNvPr id="43" name="Picture Placeholder 42" descr="Megaphone broadcasting a marketing campaign announcement"/>
          <p:cNvPicPr>
            <a:picLocks noGrp="1" noChangeAspect="1"/>
          </p:cNvPicPr>
          <p:nvPr>
            <p:ph type="pic" sz="quarter" idx="25"/>
          </p:nvPr>
        </p:nvPicPr>
        <p:blipFill>
          <a:blip r:embed="rId5"/>
          <a:stretch>
            <a:fillRect/>
          </a:stretch>
        </p:blipFill>
        <p:spPr>
          <a:xfrm>
            <a:off x="5287451" y="1991444"/>
            <a:ext cx="1312792" cy="1312792"/>
          </a:xfrm>
          <a:prstGeom prst="rect">
            <a:avLst/>
          </a:prstGeom>
        </p:spPr>
      </p:pic>
      <p:sp>
        <p:nvSpPr>
          <p:cNvPr id="66" name="Text Placeholder 65">
            <a:extLst>
              <a:ext uri="{FF2B5EF4-FFF2-40B4-BE49-F238E27FC236}">
                <a16:creationId xmlns:a16="http://schemas.microsoft.com/office/drawing/2014/main" id="{9E592856-BB33-7F27-B107-5C83D1EC3262}"/>
              </a:ext>
            </a:extLst>
          </p:cNvPr>
          <p:cNvSpPr>
            <a:spLocks noGrp="1"/>
          </p:cNvSpPr>
          <p:nvPr>
            <p:ph type="body" sz="quarter" idx="29"/>
          </p:nvPr>
        </p:nvSpPr>
        <p:spPr>
          <a:xfrm>
            <a:off x="5287451" y="3648454"/>
            <a:ext cx="1629646" cy="1971541"/>
          </a:xfrm>
        </p:spPr>
        <p:txBody>
          <a:bodyPr/>
          <a:lstStyle/>
          <a:p>
            <a:pPr lvl="0"/>
            <a:r>
              <a:rPr lang="en-US" b="1"/>
              <a:t>Marketing</a:t>
            </a:r>
          </a:p>
          <a:p>
            <a:pPr lvl="2"/>
            <a:r>
              <a:rPr lang="en-US"/>
              <a:t>Reach, engagement, conversion, and revenue uplift from the pilot.</a:t>
            </a:r>
          </a:p>
        </p:txBody>
      </p:sp>
      <p:pic>
        <p:nvPicPr>
          <p:cNvPr id="44" name="Picture Placeholder 43" descr="Map location pin marker representing regional performance"/>
          <p:cNvPicPr>
            <a:picLocks noGrp="1" noChangeAspect="1"/>
          </p:cNvPicPr>
          <p:nvPr>
            <p:ph type="pic" sz="quarter" idx="26"/>
          </p:nvPr>
        </p:nvPicPr>
        <p:blipFill>
          <a:blip r:embed="rId6"/>
          <a:stretch>
            <a:fillRect/>
          </a:stretch>
        </p:blipFill>
        <p:spPr>
          <a:xfrm>
            <a:off x="7649471" y="1991444"/>
            <a:ext cx="1312792" cy="1312792"/>
          </a:xfrm>
          <a:prstGeom prst="rect">
            <a:avLst/>
          </a:prstGeom>
        </p:spPr>
      </p:pic>
      <p:sp>
        <p:nvSpPr>
          <p:cNvPr id="68" name="Text Placeholder 67">
            <a:extLst>
              <a:ext uri="{FF2B5EF4-FFF2-40B4-BE49-F238E27FC236}">
                <a16:creationId xmlns:a16="http://schemas.microsoft.com/office/drawing/2014/main" id="{D4C3DC96-6371-25FF-4CC6-071BBE70F5ED}"/>
              </a:ext>
            </a:extLst>
          </p:cNvPr>
          <p:cNvSpPr>
            <a:spLocks noGrp="1"/>
          </p:cNvSpPr>
          <p:nvPr>
            <p:ph type="body" sz="quarter" idx="30"/>
          </p:nvPr>
        </p:nvSpPr>
        <p:spPr>
          <a:xfrm>
            <a:off x="7649471" y="3648454"/>
            <a:ext cx="1629646" cy="1971541"/>
          </a:xfrm>
        </p:spPr>
        <p:txBody>
          <a:bodyPr/>
          <a:lstStyle/>
          <a:p>
            <a:pPr lvl="0"/>
            <a:r>
              <a:rPr lang="en-US" b="1"/>
              <a:t>Regional</a:t>
            </a:r>
          </a:p>
          <a:p>
            <a:pPr lvl="2"/>
            <a:r>
              <a:rPr lang="en-US"/>
              <a:t>Foot traffic, return rate, pricing response, and distribution lag.</a:t>
            </a:r>
          </a:p>
        </p:txBody>
      </p:sp>
      <p:pic>
        <p:nvPicPr>
          <p:cNvPr id="45" name="Picture Placeholder 44" descr="Checklist audit sheet with ticked items representing execution tracking"/>
          <p:cNvPicPr>
            <a:picLocks noGrp="1" noChangeAspect="1"/>
          </p:cNvPicPr>
          <p:nvPr>
            <p:ph type="pic" sz="quarter" idx="27"/>
          </p:nvPr>
        </p:nvPicPr>
        <p:blipFill>
          <a:blip r:embed="rId7"/>
          <a:stretch>
            <a:fillRect/>
          </a:stretch>
        </p:blipFill>
        <p:spPr>
          <a:xfrm>
            <a:off x="10011492" y="1991444"/>
            <a:ext cx="1312792" cy="1312792"/>
          </a:xfrm>
          <a:prstGeom prst="rect">
            <a:avLst/>
          </a:prstGeom>
        </p:spPr>
      </p:pic>
      <p:sp>
        <p:nvSpPr>
          <p:cNvPr id="70" name="Text Placeholder 69">
            <a:extLst>
              <a:ext uri="{FF2B5EF4-FFF2-40B4-BE49-F238E27FC236}">
                <a16:creationId xmlns:a16="http://schemas.microsoft.com/office/drawing/2014/main" id="{71FF069A-02C4-2DEE-ED5C-CC2815E863CF}"/>
              </a:ext>
            </a:extLst>
          </p:cNvPr>
          <p:cNvSpPr>
            <a:spLocks noGrp="1"/>
          </p:cNvSpPr>
          <p:nvPr>
            <p:ph type="body" sz="quarter" idx="31"/>
          </p:nvPr>
        </p:nvSpPr>
        <p:spPr>
          <a:xfrm>
            <a:off x="10011492" y="3648454"/>
            <a:ext cx="1629646" cy="1971541"/>
          </a:xfrm>
        </p:spPr>
        <p:txBody>
          <a:bodyPr/>
          <a:lstStyle/>
          <a:p>
            <a:pPr lvl="0"/>
            <a:r>
              <a:rPr lang="en-US" b="1"/>
              <a:t>Execution</a:t>
            </a:r>
          </a:p>
          <a:p>
            <a:pPr lvl="2"/>
            <a:r>
              <a:rPr lang="en-US"/>
              <a:t>Action completion, risks, blockers, decisions, and forecast updates.</a:t>
            </a:r>
          </a:p>
        </p:txBody>
      </p:sp>
    </p:spTree>
    <p:extLst>
      <p:ext uri="{BB962C8B-B14F-4D97-AF65-F5344CB8AC3E}">
        <p14:creationId xmlns:p14="http://schemas.microsoft.com/office/powerpoint/2010/main" val="2206385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ACB760FA-1F83-ECF8-3399-296536C15596}"/>
              </a:ext>
            </a:extLst>
          </p:cNvPr>
          <p:cNvSpPr>
            <a:spLocks noGrp="1"/>
          </p:cNvSpPr>
          <p:nvPr>
            <p:ph type="title"/>
          </p:nvPr>
        </p:nvSpPr>
        <p:spPr>
          <a:xfrm>
            <a:off x="565460" y="558086"/>
            <a:ext cx="11357865" cy="393954"/>
          </a:xfrm>
        </p:spPr>
        <p:txBody>
          <a:bodyPr/>
          <a:lstStyle/>
          <a:p>
            <a:r>
              <a:rPr kumimoji="0" lang="en-US" sz="3200" b="1" i="0" u="none" strike="noStrike" kern="1200" cap="none" spc="0" normalizeH="0" baseline="0" noProof="0">
                <a:ln>
                  <a:noFill/>
                </a:ln>
                <a:solidFill>
                  <a:schemeClr val="tx1"/>
                </a:solidFill>
                <a:effectLst/>
                <a:uLnTx/>
                <a:uFillTx/>
                <a:latin typeface="Graphik Semibold" panose="020B0503030202060203" pitchFamily="34" charset="77"/>
                <a:ea typeface="+mj-ea"/>
                <a:cs typeface="+mj-cs"/>
              </a:rPr>
              <a:t>Risks, mitigations, and decisions needed</a:t>
            </a:r>
            <a:endParaRPr lang="en-US"/>
          </a:p>
        </p:txBody>
      </p:sp>
      <p:sp>
        <p:nvSpPr>
          <p:cNvPr id="22" name="Text Placeholder 21">
            <a:extLst>
              <a:ext uri="{FF2B5EF4-FFF2-40B4-BE49-F238E27FC236}">
                <a16:creationId xmlns:a16="http://schemas.microsoft.com/office/drawing/2014/main" id="{E976FD87-43C9-6DAD-BE46-0010614A722F}"/>
              </a:ext>
            </a:extLst>
          </p:cNvPr>
          <p:cNvSpPr>
            <a:spLocks noGrp="1"/>
          </p:cNvSpPr>
          <p:nvPr>
            <p:ph type="body" sz="quarter" idx="26"/>
          </p:nvPr>
        </p:nvSpPr>
        <p:spPr>
          <a:xfrm>
            <a:off x="563411" y="1450000"/>
            <a:ext cx="10500000" cy="384048"/>
          </a:xfrm>
        </p:spPr>
        <p:txBody>
          <a:bodyPr/>
          <a:lstStyle/>
          <a:p>
            <a:r>
              <a:rPr lang="en-US"/>
              <a:t>Leadership decisions required: pilot budget, dual-sourcing approvals, KPI ownership, and revised forecast assumptions.</a:t>
            </a:r>
            <a:endParaRPr lang="en-AR"/>
          </a:p>
        </p:txBody>
      </p:sp>
      <p:sp>
        <p:nvSpPr>
          <p:cNvPr id="21" name="Text Placeholder 20">
            <a:extLst>
              <a:ext uri="{FF2B5EF4-FFF2-40B4-BE49-F238E27FC236}">
                <a16:creationId xmlns:a16="http://schemas.microsoft.com/office/drawing/2014/main" id="{88DB19BE-0707-388E-1BD9-8493DA0D3114}"/>
              </a:ext>
            </a:extLst>
          </p:cNvPr>
          <p:cNvSpPr>
            <a:spLocks noGrp="1"/>
          </p:cNvSpPr>
          <p:nvPr>
            <p:ph type="body" idx="22"/>
          </p:nvPr>
        </p:nvSpPr>
        <p:spPr>
          <a:xfrm>
            <a:off x="563411" y="2527859"/>
            <a:ext cx="2510646" cy="732360"/>
          </a:xfrm>
        </p:spPr>
        <p:txBody>
          <a:bodyPr/>
          <a:lstStyle/>
          <a:p>
            <a:r>
              <a:rPr lang="en-AR"/>
              <a:t>Campaign does not convert</a:t>
            </a:r>
          </a:p>
        </p:txBody>
      </p:sp>
      <p:sp>
        <p:nvSpPr>
          <p:cNvPr id="23" name="Text Placeholder 22">
            <a:extLst>
              <a:ext uri="{FF2B5EF4-FFF2-40B4-BE49-F238E27FC236}">
                <a16:creationId xmlns:a16="http://schemas.microsoft.com/office/drawing/2014/main" id="{548C5BAC-CDC7-20CC-D7FD-F976B8C0CC5C}"/>
              </a:ext>
            </a:extLst>
          </p:cNvPr>
          <p:cNvSpPr>
            <a:spLocks noGrp="1"/>
          </p:cNvSpPr>
          <p:nvPr>
            <p:ph type="body" sz="quarter" idx="28"/>
          </p:nvPr>
        </p:nvSpPr>
        <p:spPr>
          <a:xfrm>
            <a:off x="4743153" y="2525284"/>
            <a:ext cx="3535873" cy="734935"/>
          </a:xfrm>
        </p:spPr>
        <p:txBody>
          <a:bodyPr/>
          <a:lstStyle/>
          <a:p>
            <a:r>
              <a:rPr lang="en-US"/>
              <a:t>Run a limited pilot and adjust audience, offer, or creative before scaling.</a:t>
            </a:r>
            <a:endParaRPr lang="en-AR"/>
          </a:p>
        </p:txBody>
      </p:sp>
      <p:sp>
        <p:nvSpPr>
          <p:cNvPr id="24" name="Text Placeholder 23">
            <a:extLst>
              <a:ext uri="{FF2B5EF4-FFF2-40B4-BE49-F238E27FC236}">
                <a16:creationId xmlns:a16="http://schemas.microsoft.com/office/drawing/2014/main" id="{1ACA093B-69B9-89F5-0834-2780FB614164}"/>
              </a:ext>
            </a:extLst>
          </p:cNvPr>
          <p:cNvSpPr>
            <a:spLocks noGrp="1"/>
          </p:cNvSpPr>
          <p:nvPr>
            <p:ph type="body" idx="29"/>
          </p:nvPr>
        </p:nvSpPr>
        <p:spPr>
          <a:xfrm>
            <a:off x="9948122" y="2527859"/>
            <a:ext cx="1680467" cy="732360"/>
          </a:xfrm>
        </p:spPr>
        <p:txBody>
          <a:bodyPr/>
          <a:lstStyle/>
          <a:p>
            <a:r>
              <a:rPr lang="en-AR"/>
              <a:t>Marketing</a:t>
            </a:r>
          </a:p>
        </p:txBody>
      </p:sp>
      <p:sp>
        <p:nvSpPr>
          <p:cNvPr id="25" name="Text Placeholder 24">
            <a:extLst>
              <a:ext uri="{FF2B5EF4-FFF2-40B4-BE49-F238E27FC236}">
                <a16:creationId xmlns:a16="http://schemas.microsoft.com/office/drawing/2014/main" id="{E519703D-28A6-0E79-FCB9-947FAD4EB1B8}"/>
              </a:ext>
            </a:extLst>
          </p:cNvPr>
          <p:cNvSpPr>
            <a:spLocks noGrp="1"/>
          </p:cNvSpPr>
          <p:nvPr>
            <p:ph type="body" idx="30"/>
          </p:nvPr>
        </p:nvSpPr>
        <p:spPr>
          <a:xfrm>
            <a:off x="575960" y="3541109"/>
            <a:ext cx="2510646" cy="732360"/>
          </a:xfrm>
        </p:spPr>
        <p:txBody>
          <a:bodyPr/>
          <a:lstStyle/>
          <a:p>
            <a:r>
              <a:rPr lang="en-AR"/>
              <a:t>Dual sourcing does not resolve delays</a:t>
            </a:r>
          </a:p>
        </p:txBody>
      </p:sp>
      <p:sp>
        <p:nvSpPr>
          <p:cNvPr id="26" name="Text Placeholder 25">
            <a:extLst>
              <a:ext uri="{FF2B5EF4-FFF2-40B4-BE49-F238E27FC236}">
                <a16:creationId xmlns:a16="http://schemas.microsoft.com/office/drawing/2014/main" id="{DE8CD2FF-B907-5D01-63FA-4D87F7F25FD5}"/>
              </a:ext>
            </a:extLst>
          </p:cNvPr>
          <p:cNvSpPr>
            <a:spLocks noGrp="1"/>
          </p:cNvSpPr>
          <p:nvPr>
            <p:ph type="body" sz="quarter" idx="31"/>
          </p:nvPr>
        </p:nvSpPr>
        <p:spPr>
          <a:xfrm>
            <a:off x="4755702" y="3538534"/>
            <a:ext cx="3535873" cy="734935"/>
          </a:xfrm>
        </p:spPr>
        <p:txBody>
          <a:bodyPr/>
          <a:lstStyle/>
          <a:p>
            <a:r>
              <a:rPr lang="en-US"/>
              <a:t>Use weekly supplier monitoring, escalation thresholds, and backup allocation rules.</a:t>
            </a:r>
            <a:endParaRPr lang="en-AR"/>
          </a:p>
        </p:txBody>
      </p:sp>
      <p:sp>
        <p:nvSpPr>
          <p:cNvPr id="27" name="Text Placeholder 26">
            <a:extLst>
              <a:ext uri="{FF2B5EF4-FFF2-40B4-BE49-F238E27FC236}">
                <a16:creationId xmlns:a16="http://schemas.microsoft.com/office/drawing/2014/main" id="{B93119AE-66DB-787F-C171-5BD32F0D5AF8}"/>
              </a:ext>
            </a:extLst>
          </p:cNvPr>
          <p:cNvSpPr>
            <a:spLocks noGrp="1"/>
          </p:cNvSpPr>
          <p:nvPr>
            <p:ph type="body" idx="32"/>
          </p:nvPr>
        </p:nvSpPr>
        <p:spPr>
          <a:xfrm>
            <a:off x="9960671" y="3541109"/>
            <a:ext cx="1680467" cy="732360"/>
          </a:xfrm>
        </p:spPr>
        <p:txBody>
          <a:bodyPr/>
          <a:lstStyle/>
          <a:p>
            <a:r>
              <a:rPr lang="en-AR"/>
              <a:t>Supply</a:t>
            </a:r>
          </a:p>
        </p:txBody>
      </p:sp>
      <p:sp>
        <p:nvSpPr>
          <p:cNvPr id="28" name="Text Placeholder 27">
            <a:extLst>
              <a:ext uri="{FF2B5EF4-FFF2-40B4-BE49-F238E27FC236}">
                <a16:creationId xmlns:a16="http://schemas.microsoft.com/office/drawing/2014/main" id="{F535CA94-BE4F-E31E-5B44-BEE2E3C8518A}"/>
              </a:ext>
            </a:extLst>
          </p:cNvPr>
          <p:cNvSpPr>
            <a:spLocks noGrp="1"/>
          </p:cNvSpPr>
          <p:nvPr>
            <p:ph type="body" idx="33"/>
          </p:nvPr>
        </p:nvSpPr>
        <p:spPr>
          <a:xfrm>
            <a:off x="575959" y="4543321"/>
            <a:ext cx="2510646" cy="732360"/>
          </a:xfrm>
        </p:spPr>
        <p:txBody>
          <a:bodyPr/>
          <a:lstStyle/>
          <a:p>
            <a:r>
              <a:rPr lang="en-AR"/>
              <a:t>Regional findings stay inconclusive</a:t>
            </a:r>
          </a:p>
        </p:txBody>
      </p:sp>
      <p:sp>
        <p:nvSpPr>
          <p:cNvPr id="29" name="Text Placeholder 28">
            <a:extLst>
              <a:ext uri="{FF2B5EF4-FFF2-40B4-BE49-F238E27FC236}">
                <a16:creationId xmlns:a16="http://schemas.microsoft.com/office/drawing/2014/main" id="{20E6A1B7-A3C8-26D6-B28E-390C7527BCF7}"/>
              </a:ext>
            </a:extLst>
          </p:cNvPr>
          <p:cNvSpPr>
            <a:spLocks noGrp="1"/>
          </p:cNvSpPr>
          <p:nvPr>
            <p:ph type="body" sz="quarter" idx="34"/>
          </p:nvPr>
        </p:nvSpPr>
        <p:spPr>
          <a:xfrm>
            <a:off x="4755701" y="4540746"/>
            <a:ext cx="3535873" cy="734935"/>
          </a:xfrm>
        </p:spPr>
        <p:txBody>
          <a:bodyPr/>
          <a:lstStyle/>
          <a:p>
            <a:r>
              <a:rPr lang="en-US"/>
              <a:t>Separate pricing, traffic, returns, and distribution effects using channel-level data.</a:t>
            </a:r>
            <a:endParaRPr lang="en-AR"/>
          </a:p>
        </p:txBody>
      </p:sp>
      <p:sp>
        <p:nvSpPr>
          <p:cNvPr id="30" name="Text Placeholder 29">
            <a:extLst>
              <a:ext uri="{FF2B5EF4-FFF2-40B4-BE49-F238E27FC236}">
                <a16:creationId xmlns:a16="http://schemas.microsoft.com/office/drawing/2014/main" id="{B5FAC2A3-0EF0-D240-AB3B-63BBB7B9AA0F}"/>
              </a:ext>
            </a:extLst>
          </p:cNvPr>
          <p:cNvSpPr>
            <a:spLocks noGrp="1"/>
          </p:cNvSpPr>
          <p:nvPr>
            <p:ph type="body" idx="35"/>
          </p:nvPr>
        </p:nvSpPr>
        <p:spPr>
          <a:xfrm>
            <a:off x="9960670" y="4543321"/>
            <a:ext cx="1680467" cy="732360"/>
          </a:xfrm>
        </p:spPr>
        <p:txBody>
          <a:bodyPr/>
          <a:lstStyle/>
          <a:p>
            <a:r>
              <a:rPr lang="en-AR"/>
              <a:t>Regional</a:t>
            </a:r>
          </a:p>
        </p:txBody>
      </p:sp>
      <p:sp>
        <p:nvSpPr>
          <p:cNvPr id="31" name="Text Placeholder 30">
            <a:extLst>
              <a:ext uri="{FF2B5EF4-FFF2-40B4-BE49-F238E27FC236}">
                <a16:creationId xmlns:a16="http://schemas.microsoft.com/office/drawing/2014/main" id="{3179240E-1225-8621-6FE1-1265D42FF6E1}"/>
              </a:ext>
            </a:extLst>
          </p:cNvPr>
          <p:cNvSpPr>
            <a:spLocks noGrp="1"/>
          </p:cNvSpPr>
          <p:nvPr>
            <p:ph type="body" idx="36"/>
          </p:nvPr>
        </p:nvSpPr>
        <p:spPr>
          <a:xfrm>
            <a:off x="588508" y="5556571"/>
            <a:ext cx="2510646" cy="732360"/>
          </a:xfrm>
        </p:spPr>
        <p:txBody>
          <a:bodyPr/>
          <a:lstStyle/>
          <a:p>
            <a:r>
              <a:rPr lang="en-AR"/>
              <a:t>Cross-functional work disconnects</a:t>
            </a:r>
          </a:p>
        </p:txBody>
      </p:sp>
      <p:sp>
        <p:nvSpPr>
          <p:cNvPr id="32" name="Text Placeholder 31">
            <a:extLst>
              <a:ext uri="{FF2B5EF4-FFF2-40B4-BE49-F238E27FC236}">
                <a16:creationId xmlns:a16="http://schemas.microsoft.com/office/drawing/2014/main" id="{104063FB-BD29-1D44-5A83-0D45B04C8CF5}"/>
              </a:ext>
            </a:extLst>
          </p:cNvPr>
          <p:cNvSpPr>
            <a:spLocks noGrp="1"/>
          </p:cNvSpPr>
          <p:nvPr>
            <p:ph type="body" sz="quarter" idx="37"/>
          </p:nvPr>
        </p:nvSpPr>
        <p:spPr>
          <a:xfrm>
            <a:off x="4768250" y="5553996"/>
            <a:ext cx="3535873" cy="734935"/>
          </a:xfrm>
        </p:spPr>
        <p:txBody>
          <a:bodyPr/>
          <a:lstStyle/>
          <a:p>
            <a:r>
              <a:rPr lang="en-US"/>
              <a:t>Maintain one action register with owners, due dates, KPIs, decisions, and blockers.</a:t>
            </a:r>
            <a:endParaRPr lang="en-AR"/>
          </a:p>
        </p:txBody>
      </p:sp>
      <p:sp>
        <p:nvSpPr>
          <p:cNvPr id="33" name="Text Placeholder 32">
            <a:extLst>
              <a:ext uri="{FF2B5EF4-FFF2-40B4-BE49-F238E27FC236}">
                <a16:creationId xmlns:a16="http://schemas.microsoft.com/office/drawing/2014/main" id="{274360F3-FDC4-6046-4032-F905F05B8EF4}"/>
              </a:ext>
            </a:extLst>
          </p:cNvPr>
          <p:cNvSpPr>
            <a:spLocks noGrp="1"/>
          </p:cNvSpPr>
          <p:nvPr>
            <p:ph type="body" idx="38"/>
          </p:nvPr>
        </p:nvSpPr>
        <p:spPr>
          <a:xfrm>
            <a:off x="9973219" y="5556571"/>
            <a:ext cx="1680467" cy="732360"/>
          </a:xfrm>
        </p:spPr>
        <p:txBody>
          <a:bodyPr/>
          <a:lstStyle/>
          <a:p>
            <a:r>
              <a:rPr lang="en-AR"/>
              <a:t>Governance</a:t>
            </a:r>
          </a:p>
        </p:txBody>
      </p:sp>
    </p:spTree>
    <p:extLst>
      <p:ext uri="{BB962C8B-B14F-4D97-AF65-F5344CB8AC3E}">
        <p14:creationId xmlns:p14="http://schemas.microsoft.com/office/powerpoint/2010/main" val="2721276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A80CD-76BB-D6FD-EDF1-1AFFFD249FBE}"/>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C0D7AA1-9FCD-13BE-1F47-8421DC3F1577}"/>
              </a:ext>
            </a:extLst>
          </p:cNvPr>
          <p:cNvSpPr>
            <a:spLocks noGrp="1"/>
          </p:cNvSpPr>
          <p:nvPr>
            <p:ph type="title"/>
          </p:nvPr>
        </p:nvSpPr>
        <p:spPr>
          <a:xfrm>
            <a:off x="556466" y="572600"/>
            <a:ext cx="4958430" cy="393954"/>
          </a:xfrm>
        </p:spPr>
        <p:txBody>
          <a:bodyPr/>
          <a:lstStyle/>
          <a:p>
            <a:r>
              <a:rPr lang="en-US" b="1" noProof="0"/>
              <a:t>Next steps and governance cadence</a:t>
            </a:r>
            <a:endParaRPr lang="en-US"/>
          </a:p>
        </p:txBody>
      </p:sp>
      <p:sp>
        <p:nvSpPr>
          <p:cNvPr id="15" name="Text Placeholder 14">
            <a:extLst>
              <a:ext uri="{FF2B5EF4-FFF2-40B4-BE49-F238E27FC236}">
                <a16:creationId xmlns:a16="http://schemas.microsoft.com/office/drawing/2014/main" id="{EA1D14CC-9B21-9041-CC7E-471E6152D2F0}"/>
              </a:ext>
            </a:extLst>
          </p:cNvPr>
          <p:cNvSpPr>
            <a:spLocks noGrp="1"/>
          </p:cNvSpPr>
          <p:nvPr>
            <p:ph type="body" sz="quarter" idx="26"/>
          </p:nvPr>
        </p:nvSpPr>
        <p:spPr>
          <a:xfrm>
            <a:off x="563411" y="1609787"/>
            <a:ext cx="4958430" cy="384048"/>
          </a:xfrm>
        </p:spPr>
        <p:txBody>
          <a:bodyPr/>
          <a:lstStyle/>
          <a:p>
            <a:r>
              <a:rPr lang="en-GB"/>
              <a:t>Sarah Thompson owns the governance track, reporting to the VP of Sales</a:t>
            </a:r>
            <a:endParaRPr lang="en-US"/>
          </a:p>
        </p:txBody>
      </p:sp>
      <p:sp>
        <p:nvSpPr>
          <p:cNvPr id="20" name="Text Placeholder 19">
            <a:extLst>
              <a:ext uri="{FF2B5EF4-FFF2-40B4-BE49-F238E27FC236}">
                <a16:creationId xmlns:a16="http://schemas.microsoft.com/office/drawing/2014/main" id="{68E69F22-65E4-EDE0-23F2-D6F00C27ECD0}"/>
              </a:ext>
            </a:extLst>
          </p:cNvPr>
          <p:cNvSpPr>
            <a:spLocks noGrp="1"/>
          </p:cNvSpPr>
          <p:nvPr>
            <p:ph type="body" idx="22"/>
          </p:nvPr>
        </p:nvSpPr>
        <p:spPr>
          <a:xfrm>
            <a:off x="563411" y="2168501"/>
            <a:ext cx="4951564" cy="632327"/>
          </a:xfrm>
        </p:spPr>
        <p:txBody>
          <a:bodyPr/>
          <a:lstStyle/>
          <a:p>
            <a:r>
              <a:rPr lang="en-GB"/>
              <a:t>From late January through the February forecast cycle</a:t>
            </a:r>
            <a:endParaRPr lang="en-US"/>
          </a:p>
        </p:txBody>
      </p:sp>
      <p:sp>
        <p:nvSpPr>
          <p:cNvPr id="25" name="Content Placeholder 24">
            <a:extLst>
              <a:ext uri="{FF2B5EF4-FFF2-40B4-BE49-F238E27FC236}">
                <a16:creationId xmlns:a16="http://schemas.microsoft.com/office/drawing/2014/main" id="{5FEDE1C8-7946-0415-4AFF-B275B7060C40}"/>
              </a:ext>
            </a:extLst>
          </p:cNvPr>
          <p:cNvSpPr>
            <a:spLocks noGrp="1"/>
          </p:cNvSpPr>
          <p:nvPr>
            <p:ph sz="half" idx="23"/>
          </p:nvPr>
        </p:nvSpPr>
        <p:spPr/>
        <p:txBody>
          <a:bodyPr/>
          <a:lstStyle/>
          <a:p>
            <a:pPr lvl="0"/>
            <a:r>
              <a:rPr lang="en-US"/>
              <a:t>Consolidate competitive, regional, and supply recommendations by late January.</a:t>
            </a:r>
          </a:p>
          <a:p>
            <a:pPr lvl="0"/>
            <a:r>
              <a:rPr lang="en-US"/>
              <a:t>Activate dual-supplier controls and launch the Apparel pilot in early February.</a:t>
            </a:r>
          </a:p>
          <a:p>
            <a:pPr lvl="0"/>
            <a:r>
              <a:rPr lang="en-US"/>
              <a:t>Update demand, campaign, regional, and supply assumptions in the February forecasting cycle.</a:t>
            </a:r>
          </a:p>
          <a:p>
            <a:pPr lvl="0"/>
            <a:r>
              <a:rPr lang="en-US"/>
              <a:t>Hold biweekly cross-functional reviews covering progress, KPI movement, blockers, risks, and decisions.</a:t>
            </a:r>
          </a:p>
          <a:p>
            <a:pPr lvl="0"/>
            <a:r>
              <a:rPr lang="en-US"/>
              <a:t>Provide consolidated progress and escalation reporting to the VP of Sales.</a:t>
            </a:r>
          </a:p>
        </p:txBody>
      </p:sp>
      <p:pic>
        <p:nvPicPr>
          <p:cNvPr id="74" name="Picture Placeholder 73" descr="Business team reviewing printed sales performance charts together at a table">
            <a:extLst>
              <a:ext uri="{FF2B5EF4-FFF2-40B4-BE49-F238E27FC236}">
                <a16:creationId xmlns:a16="http://schemas.microsoft.com/office/drawing/2014/main" id="{E232B716-FD08-A9CF-F176-9C5CDFECF6AD}"/>
              </a:ext>
            </a:extLst>
          </p:cNvPr>
          <p:cNvPicPr>
            <a:picLocks noGrp="1" noChangeAspect="1"/>
          </p:cNvPicPr>
          <p:nvPr>
            <p:ph type="pic" sz="quarter" idx="16"/>
          </p:nvPr>
        </p:nvPicPr>
        <p:blipFill>
          <a:blip r:embed="rId3" cstate="screen">
            <a:extLst>
              <a:ext uri="{28A0092B-C50C-407E-A947-70E740481C1C}">
                <a14:useLocalDpi xmlns:a14="http://schemas.microsoft.com/office/drawing/2010/main"/>
              </a:ext>
            </a:extLst>
          </a:blip>
          <a:srcRect t="4948" b="32031"/>
          <a:stretch/>
        </p:blipFill>
        <p:spPr>
          <a:xfrm>
            <a:off x="6103368" y="549275"/>
            <a:ext cx="6092648" cy="5759450"/>
          </a:xfrm>
        </p:spPr>
      </p:pic>
    </p:spTree>
    <p:extLst>
      <p:ext uri="{BB962C8B-B14F-4D97-AF65-F5344CB8AC3E}">
        <p14:creationId xmlns:p14="http://schemas.microsoft.com/office/powerpoint/2010/main" val="1015340132"/>
      </p:ext>
    </p:extLst>
  </p:cSld>
  <p:clrMapOvr>
    <a:masterClrMapping/>
  </p:clrMapOvr>
</p:sld>
</file>

<file path=ppt/theme/theme1.xml><?xml version="1.0" encoding="utf-8"?>
<a:theme xmlns:a="http://schemas.openxmlformats.org/drawingml/2006/main" name="Accenture 2025">
  <a:themeElements>
    <a:clrScheme name="Accenture">
      <a:dk1>
        <a:srgbClr val="000000"/>
      </a:dk1>
      <a:lt1>
        <a:srgbClr val="FFFFFF"/>
      </a:lt1>
      <a:dk2>
        <a:srgbClr val="A100FF"/>
      </a:dk2>
      <a:lt2>
        <a:srgbClr val="460073"/>
      </a:lt2>
      <a:accent1>
        <a:srgbClr val="7500C0"/>
      </a:accent1>
      <a:accent2>
        <a:srgbClr val="C2A3FF"/>
      </a:accent2>
      <a:accent3>
        <a:srgbClr val="E6DCFF"/>
      </a:accent3>
      <a:accent4>
        <a:srgbClr val="FF50A0"/>
      </a:accent4>
      <a:accent5>
        <a:srgbClr val="224BFF"/>
      </a:accent5>
      <a:accent6>
        <a:srgbClr val="05F2DB"/>
      </a:accent6>
      <a:hlink>
        <a:srgbClr val="A100FF"/>
      </a:hlink>
      <a:folHlink>
        <a:srgbClr val="75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Presentation2" id="{8D3299D1-8BAA-5240-AA1A-131518F9840A}" vid="{B3CBAD8C-92CA-2C40-85B9-DAF4FF07A4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1904</Words>
  <Application>Microsoft Office PowerPoint</Application>
  <PresentationFormat>Widescreen</PresentationFormat>
  <Paragraphs>166</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Graphik</vt:lpstr>
      <vt:lpstr>Graphik Regular</vt:lpstr>
      <vt:lpstr>Graphik Semibold</vt:lpstr>
      <vt:lpstr>GT Sectra Fine Rg</vt:lpstr>
      <vt:lpstr>System Font</vt:lpstr>
      <vt:lpstr>Accenture 2025</vt:lpstr>
      <vt:lpstr>Sales Trends Improvement Project</vt:lpstr>
      <vt:lpstr>Executive summary</vt:lpstr>
      <vt:lpstr>Business context and objectives</vt:lpstr>
      <vt:lpstr>Supply chain challenges</vt:lpstr>
      <vt:lpstr>Data findings: product and category trends</vt:lpstr>
      <vt:lpstr>Data findings: regional performance</vt:lpstr>
      <vt:lpstr>Root-cause view</vt:lpstr>
      <vt:lpstr>Recommended supply chain actions</vt:lpstr>
      <vt:lpstr>Recommended commercial and regional actions</vt:lpstr>
      <vt:lpstr>Action plan, owners, and timing</vt:lpstr>
      <vt:lpstr>KPIs and success measures</vt:lpstr>
      <vt:lpstr>Risks, mitigations, and decisions needed</vt:lpstr>
      <vt:lpstr>Next steps and governance cadence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Shah-Aga, Said-Aga</dc:creator>
  <cp:lastModifiedBy>Shah-Aga, Said-Aga</cp:lastModifiedBy>
  <cp:revision>1</cp:revision>
  <dcterms:created xsi:type="dcterms:W3CDTF">2026-08-26T13:55:30Z</dcterms:created>
  <dcterms:modified xsi:type="dcterms:W3CDTF">2026-08-26T14:23:42Z</dcterms:modified>
</cp:coreProperties>
</file>